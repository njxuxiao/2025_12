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02" y="16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2025/9/24/Wednesday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47</Words>
  <Application>Microsoft Office PowerPoint</Application>
  <PresentationFormat>宽屏</PresentationFormat>
  <Paragraphs>47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Yu Gothic</vt:lpstr>
      <vt:lpstr>Arial</vt:lpstr>
      <vt:lpstr>Calibri</vt:lpstr>
      <vt:lpstr>tahoma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31</cp:revision>
  <dcterms:created xsi:type="dcterms:W3CDTF">2023-08-09T12:44:00Z</dcterms:created>
  <dcterms:modified xsi:type="dcterms:W3CDTF">2025-09-24T15:39:27Z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