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2937" autoAdjust="0"/>
    <p:restoredTop sz="94660"/>
  </p:normalViewPr>
  <p:slideViewPr>
    <p:cSldViewPr snapToGrid="0">
      <p:cViewPr varScale="1">
        <p:scale>
          <a:sx n="125" d="100"/>
          <a:sy n="125" d="100"/>
        </p:scale>
        <p:origin x="4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2025/10/6/Monday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2025/10/6/Monday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2025/10/6/Monday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2025/10/6/Monday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2025/10/6/Monday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2025/10/6/Monday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2025/10/6/Monday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2025/10/6/Monday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2025/10/6/Monday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2025/10/6/Monday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2025/10/6/Monday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2025/10/6/Monday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B506F4C-C12E-4AE2-8674-CC16B9C1A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95" y="480110"/>
            <a:ext cx="11426609" cy="589778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CBCFE26-2133-4E3F-B79E-3C1583344A2E}"/>
              </a:ext>
            </a:extLst>
          </p:cNvPr>
          <p:cNvSpPr txBox="1"/>
          <p:nvPr/>
        </p:nvSpPr>
        <p:spPr>
          <a:xfrm>
            <a:off x="580293" y="657198"/>
            <a:ext cx="12133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しゅっぱつ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1A3C713-A1A4-43B2-A842-16423B2EDFE5}"/>
              </a:ext>
            </a:extLst>
          </p:cNvPr>
          <p:cNvSpPr txBox="1"/>
          <p:nvPr/>
        </p:nvSpPr>
        <p:spPr>
          <a:xfrm>
            <a:off x="6816968" y="641811"/>
            <a:ext cx="6682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つた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D10494-0FED-47C4-BCCE-3E576CDE9A3C}"/>
              </a:ext>
            </a:extLst>
          </p:cNvPr>
          <p:cNvSpPr txBox="1"/>
          <p:nvPr/>
        </p:nvSpPr>
        <p:spPr>
          <a:xfrm>
            <a:off x="5802920" y="657198"/>
            <a:ext cx="10140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しゅうごう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DE5BF71-FC3E-4A3A-A335-2F3A9F2B8134}"/>
              </a:ext>
            </a:extLst>
          </p:cNvPr>
          <p:cNvSpPr txBox="1"/>
          <p:nvPr/>
        </p:nvSpPr>
        <p:spPr>
          <a:xfrm>
            <a:off x="1693985" y="949588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pension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0461CCC-5C22-42C9-90FD-D4CB6FF087E6}"/>
              </a:ext>
            </a:extLst>
          </p:cNvPr>
          <p:cNvSpPr txBox="1"/>
          <p:nvPr/>
        </p:nvSpPr>
        <p:spPr>
          <a:xfrm>
            <a:off x="5259842" y="1007319"/>
            <a:ext cx="740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club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B811A53-6C43-4C47-88F8-13CE4320DD37}"/>
              </a:ext>
            </a:extLst>
          </p:cNvPr>
          <p:cNvSpPr txBox="1"/>
          <p:nvPr/>
        </p:nvSpPr>
        <p:spPr>
          <a:xfrm>
            <a:off x="3284084" y="1578820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EE55769-0AF2-4A94-8D0C-C75E7F7B905A}"/>
              </a:ext>
            </a:extLst>
          </p:cNvPr>
          <p:cNvSpPr txBox="1"/>
          <p:nvPr/>
        </p:nvSpPr>
        <p:spPr>
          <a:xfrm>
            <a:off x="2709522" y="1992477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C1BA5E2-75FF-41A0-BA76-E306EFF228F9}"/>
              </a:ext>
            </a:extLst>
          </p:cNvPr>
          <p:cNvSpPr txBox="1"/>
          <p:nvPr/>
        </p:nvSpPr>
        <p:spPr>
          <a:xfrm>
            <a:off x="753155" y="1992476"/>
            <a:ext cx="13205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あさって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8BF0C-75D1-40B5-B77B-223F66462E10}"/>
              </a:ext>
            </a:extLst>
          </p:cNvPr>
          <p:cNvSpPr txBox="1"/>
          <p:nvPr/>
        </p:nvSpPr>
        <p:spPr>
          <a:xfrm>
            <a:off x="3858645" y="1992475"/>
            <a:ext cx="12715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かくにん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F66202A-777D-4049-984C-C6CF72784C34}"/>
              </a:ext>
            </a:extLst>
          </p:cNvPr>
          <p:cNvSpPr txBox="1"/>
          <p:nvPr/>
        </p:nvSpPr>
        <p:spPr>
          <a:xfrm>
            <a:off x="6792239" y="1961697"/>
            <a:ext cx="13858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にんずう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DF9CD1A-62A7-4B73-AD0C-2A0A536548C6}"/>
              </a:ext>
            </a:extLst>
          </p:cNvPr>
          <p:cNvSpPr txBox="1"/>
          <p:nvPr/>
        </p:nvSpPr>
        <p:spPr>
          <a:xfrm>
            <a:off x="659039" y="2377199"/>
            <a:ext cx="14146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さんかしゃ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1CE383C-CC0C-45C5-8E33-3EB06452810B}"/>
              </a:ext>
            </a:extLst>
          </p:cNvPr>
          <p:cNvSpPr txBox="1"/>
          <p:nvPr/>
        </p:nvSpPr>
        <p:spPr>
          <a:xfrm>
            <a:off x="3064328" y="2375487"/>
            <a:ext cx="10276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かくてい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D96B34A-45E2-4D0C-AC02-B41D272494D4}"/>
              </a:ext>
            </a:extLst>
          </p:cNvPr>
          <p:cNvSpPr txBox="1"/>
          <p:nvPr/>
        </p:nvSpPr>
        <p:spPr>
          <a:xfrm>
            <a:off x="3976363" y="2375487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もうしこん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4224236-3FE5-401A-8D31-967E7BBCDAB0}"/>
              </a:ext>
            </a:extLst>
          </p:cNvPr>
          <p:cNvSpPr txBox="1"/>
          <p:nvPr/>
        </p:nvSpPr>
        <p:spPr>
          <a:xfrm>
            <a:off x="5327875" y="2375487"/>
            <a:ext cx="11491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へんこう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E14CDCA-7FC0-4596-BC2C-3565A2AE899B}"/>
              </a:ext>
            </a:extLst>
          </p:cNvPr>
          <p:cNvSpPr txBox="1"/>
          <p:nvPr/>
        </p:nvSpPr>
        <p:spPr>
          <a:xfrm>
            <a:off x="2346823" y="2789275"/>
            <a:ext cx="9108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つごう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A75DECF-4271-429B-B2E1-E6A3A548AF23}"/>
              </a:ext>
            </a:extLst>
          </p:cNvPr>
          <p:cNvSpPr txBox="1"/>
          <p:nvPr/>
        </p:nvSpPr>
        <p:spPr>
          <a:xfrm>
            <a:off x="6205022" y="2830228"/>
            <a:ext cx="1280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かしきり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AAAD9319-C7F3-43CD-84B9-466FEF418AE3}"/>
              </a:ext>
            </a:extLst>
          </p:cNvPr>
          <p:cNvSpPr txBox="1"/>
          <p:nvPr/>
        </p:nvSpPr>
        <p:spPr>
          <a:xfrm>
            <a:off x="3220694" y="3616851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999999"/>
                </a:solidFill>
                <a:effectLst/>
                <a:latin typeface="tahoma" panose="020B0604030504040204" pitchFamily="34" charset="0"/>
              </a:rPr>
              <a:t>member</a:t>
            </a:r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45F7AE3-8B1D-4477-A771-17FE9C7EA7B3}"/>
              </a:ext>
            </a:extLst>
          </p:cNvPr>
          <p:cNvSpPr txBox="1"/>
          <p:nvPr/>
        </p:nvSpPr>
        <p:spPr>
          <a:xfrm>
            <a:off x="4494438" y="3710764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とうじつ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73AB26C-3127-47F3-9711-BB5847D1C697}"/>
              </a:ext>
            </a:extLst>
          </p:cNvPr>
          <p:cNvSpPr txBox="1"/>
          <p:nvPr/>
        </p:nvSpPr>
        <p:spPr>
          <a:xfrm>
            <a:off x="5113501" y="3682100"/>
            <a:ext cx="12466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しゅうごう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BF3CA43-D2C0-4939-8B34-1ED9BE342F66}"/>
              </a:ext>
            </a:extLst>
          </p:cNvPr>
          <p:cNvSpPr txBox="1"/>
          <p:nvPr/>
        </p:nvSpPr>
        <p:spPr>
          <a:xfrm>
            <a:off x="6904813" y="3649209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れんらく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D7273A-EDCF-4283-A35A-2C6814C34B86}"/>
              </a:ext>
            </a:extLst>
          </p:cNvPr>
          <p:cNvSpPr txBox="1"/>
          <p:nvPr/>
        </p:nvSpPr>
        <p:spPr>
          <a:xfrm>
            <a:off x="9742812" y="3701345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とうちゃく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2575E8B3-E898-45EE-B544-05783B582242}"/>
              </a:ext>
            </a:extLst>
          </p:cNvPr>
          <p:cNvSpPr txBox="1"/>
          <p:nvPr/>
        </p:nvSpPr>
        <p:spPr>
          <a:xfrm>
            <a:off x="10465424" y="3649209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へんこう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B3AB444-DD19-4EE3-8225-466E651E7B50}"/>
              </a:ext>
            </a:extLst>
          </p:cNvPr>
          <p:cNvSpPr txBox="1"/>
          <p:nvPr/>
        </p:nvSpPr>
        <p:spPr>
          <a:xfrm>
            <a:off x="1555209" y="4964082"/>
            <a:ext cx="14146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dirty="0">
                <a:solidFill>
                  <a:schemeClr val="accent1"/>
                </a:solidFill>
              </a:rPr>
              <a:t>めいわく</a:t>
            </a:r>
            <a:endParaRPr lang="zh-CN" altLang="en-US" sz="1600" dirty="0">
              <a:solidFill>
                <a:schemeClr val="accent1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9698BB8-051F-47E1-B51D-C6D3683E06D2}"/>
              </a:ext>
            </a:extLst>
          </p:cNvPr>
          <p:cNvSpPr txBox="1"/>
          <p:nvPr/>
        </p:nvSpPr>
        <p:spPr>
          <a:xfrm>
            <a:off x="4314161" y="4948693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あさばん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2780746-4649-4E03-8076-5F2815780CDB}"/>
              </a:ext>
            </a:extLst>
          </p:cNvPr>
          <p:cNvSpPr txBox="1"/>
          <p:nvPr/>
        </p:nvSpPr>
        <p:spPr>
          <a:xfrm>
            <a:off x="5286308" y="4946987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じき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B122B58-4BAC-490C-A0E8-D0B01B08C97A}"/>
              </a:ext>
            </a:extLst>
          </p:cNvPr>
          <p:cNvSpPr txBox="1"/>
          <p:nvPr/>
        </p:nvSpPr>
        <p:spPr>
          <a:xfrm>
            <a:off x="6285261" y="4946987"/>
            <a:ext cx="910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きおん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610341A-8BFD-4537-9B26-7F759758007B}"/>
              </a:ext>
            </a:extLst>
          </p:cNvPr>
          <p:cNvSpPr txBox="1"/>
          <p:nvPr/>
        </p:nvSpPr>
        <p:spPr>
          <a:xfrm>
            <a:off x="6944950" y="4952046"/>
            <a:ext cx="502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ひ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ED542D2-803D-4BDE-AA3B-3D83F070B51F}"/>
              </a:ext>
            </a:extLst>
          </p:cNvPr>
          <p:cNvSpPr txBox="1"/>
          <p:nvPr/>
        </p:nvSpPr>
        <p:spPr>
          <a:xfrm>
            <a:off x="8459670" y="4945583"/>
            <a:ext cx="10430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うわぎ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4D4C1187-FAB2-4F54-9462-5FFF9D2BF75E}"/>
              </a:ext>
            </a:extLst>
          </p:cNvPr>
          <p:cNvSpPr txBox="1"/>
          <p:nvPr/>
        </p:nvSpPr>
        <p:spPr>
          <a:xfrm>
            <a:off x="9583454" y="4933547"/>
            <a:ext cx="715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ほう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D18D972-5C17-4F57-A03F-C1E3271F9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61" y="524277"/>
            <a:ext cx="12047077" cy="5809446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857F40DE-9223-478E-9465-E20AD1B3C1C1}"/>
              </a:ext>
            </a:extLst>
          </p:cNvPr>
          <p:cNvSpPr txBox="1"/>
          <p:nvPr/>
        </p:nvSpPr>
        <p:spPr>
          <a:xfrm>
            <a:off x="-98351" y="3201802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ちいき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69545DD-6E31-4515-A80C-EFAB079499AA}"/>
              </a:ext>
            </a:extLst>
          </p:cNvPr>
          <p:cNvSpPr txBox="1"/>
          <p:nvPr/>
        </p:nvSpPr>
        <p:spPr>
          <a:xfrm>
            <a:off x="587449" y="3200398"/>
            <a:ext cx="11562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いけばな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B956DC3-C3FA-4F46-B6DB-A28BBFB25B43}"/>
              </a:ext>
            </a:extLst>
          </p:cNvPr>
          <p:cNvSpPr txBox="1"/>
          <p:nvPr/>
        </p:nvSpPr>
        <p:spPr>
          <a:xfrm>
            <a:off x="2937244" y="3244334"/>
            <a:ext cx="699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るす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7D9310-A80F-49B6-A0A5-1205C1D9AE64}"/>
              </a:ext>
            </a:extLst>
          </p:cNvPr>
          <p:cNvSpPr txBox="1"/>
          <p:nvPr/>
        </p:nvSpPr>
        <p:spPr>
          <a:xfrm>
            <a:off x="7562406" y="3839756"/>
            <a:ext cx="1634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てんらんかい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C99FAE8-7C17-4A26-B9E1-5702DDFED05E}"/>
              </a:ext>
            </a:extLst>
          </p:cNvPr>
          <p:cNvSpPr txBox="1"/>
          <p:nvPr/>
        </p:nvSpPr>
        <p:spPr>
          <a:xfrm>
            <a:off x="9656230" y="3806455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文件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57A8352-B13E-42BB-BB03-B8F2821D067D}"/>
              </a:ext>
            </a:extLst>
          </p:cNvPr>
          <p:cNvSpPr txBox="1"/>
          <p:nvPr/>
        </p:nvSpPr>
        <p:spPr>
          <a:xfrm>
            <a:off x="11189882" y="3885922"/>
            <a:ext cx="1002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かいじょう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C4FEFA7-AEAC-412A-BA7C-E2BCB7102033}"/>
              </a:ext>
            </a:extLst>
          </p:cNvPr>
          <p:cNvSpPr txBox="1"/>
          <p:nvPr/>
        </p:nvSpPr>
        <p:spPr>
          <a:xfrm>
            <a:off x="51168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标题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CE7CC5F-DB33-4A29-A566-A6A22B7E922F}"/>
              </a:ext>
            </a:extLst>
          </p:cNvPr>
          <p:cNvSpPr txBox="1"/>
          <p:nvPr/>
        </p:nvSpPr>
        <p:spPr>
          <a:xfrm>
            <a:off x="775540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もじ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DA0D15A-4657-4316-AB1C-A13B66DAB320}"/>
              </a:ext>
            </a:extLst>
          </p:cNvPr>
          <p:cNvSpPr txBox="1"/>
          <p:nvPr/>
        </p:nvSpPr>
        <p:spPr>
          <a:xfrm>
            <a:off x="2897469" y="4496631"/>
            <a:ext cx="1355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ひとまわり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4152252-42CB-4449-9278-CF29ED37CD88}"/>
              </a:ext>
            </a:extLst>
          </p:cNvPr>
          <p:cNvSpPr txBox="1"/>
          <p:nvPr/>
        </p:nvSpPr>
        <p:spPr>
          <a:xfrm>
            <a:off x="9799767" y="4496631"/>
            <a:ext cx="784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いち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EB7BB73-04EA-40F5-AE9B-2EC004A018C4}"/>
              </a:ext>
            </a:extLst>
          </p:cNvPr>
          <p:cNvSpPr txBox="1"/>
          <p:nvPr/>
        </p:nvSpPr>
        <p:spPr>
          <a:xfrm>
            <a:off x="10429354" y="4891856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少许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5577B7B-AE8F-4EED-8881-AF2C8A20AA36}"/>
              </a:ext>
            </a:extLst>
          </p:cNvPr>
          <p:cNvSpPr txBox="1"/>
          <p:nvPr/>
        </p:nvSpPr>
        <p:spPr>
          <a:xfrm>
            <a:off x="10754730" y="4514522"/>
            <a:ext cx="8692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ひだり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ED52D73-2A2C-45F0-BBF3-68645EF0C733}"/>
              </a:ext>
            </a:extLst>
          </p:cNvPr>
          <p:cNvSpPr txBox="1"/>
          <p:nvPr/>
        </p:nvSpPr>
        <p:spPr>
          <a:xfrm>
            <a:off x="11429254" y="4522524"/>
            <a:ext cx="2851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BD60FEA-29EE-4CA2-A2CD-6CD664ACA791}"/>
              </a:ext>
            </a:extLst>
          </p:cNvPr>
          <p:cNvSpPr txBox="1"/>
          <p:nvPr/>
        </p:nvSpPr>
        <p:spPr>
          <a:xfrm>
            <a:off x="2162641" y="5130078"/>
            <a:ext cx="1549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まんなか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1830CF-0774-4112-9186-4ECD872C0568}"/>
              </a:ext>
            </a:extLst>
          </p:cNvPr>
          <p:cNvSpPr txBox="1"/>
          <p:nvPr/>
        </p:nvSpPr>
        <p:spPr>
          <a:xfrm>
            <a:off x="5548764" y="5152234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にちじ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7F8FADA-A9DB-429B-B385-16B8B0954F09}"/>
              </a:ext>
            </a:extLst>
          </p:cNvPr>
          <p:cNvSpPr txBox="1"/>
          <p:nvPr/>
        </p:nvSpPr>
        <p:spPr>
          <a:xfrm>
            <a:off x="8004544" y="5141601"/>
            <a:ext cx="832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E4918A1-BAFB-4BA6-95A2-60CB453A36C8}"/>
              </a:ext>
            </a:extLst>
          </p:cNvPr>
          <p:cNvSpPr txBox="1"/>
          <p:nvPr/>
        </p:nvSpPr>
        <p:spPr>
          <a:xfrm>
            <a:off x="9427630" y="5130078"/>
            <a:ext cx="12307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ていあん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FA5994A-CD86-4F1A-92A9-8313BD72C11E}"/>
              </a:ext>
            </a:extLst>
          </p:cNvPr>
          <p:cNvSpPr txBox="1"/>
          <p:nvPr/>
        </p:nvSpPr>
        <p:spPr>
          <a:xfrm>
            <a:off x="-76201" y="5791460"/>
            <a:ext cx="9799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うご</a:t>
            </a:r>
          </a:p>
        </p:txBody>
      </p:sp>
    </p:spTree>
    <p:extLst>
      <p:ext uri="{BB962C8B-B14F-4D97-AF65-F5344CB8AC3E}">
        <p14:creationId xmlns:p14="http://schemas.microsoft.com/office/powerpoint/2010/main" val="145446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CB757EB-FBB7-4189-A2AA-1B6CB8967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0" y="390943"/>
            <a:ext cx="12123619" cy="607611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71839857-82D0-4E6A-B4C3-7C4C43B13872}"/>
              </a:ext>
            </a:extLst>
          </p:cNvPr>
          <p:cNvSpPr txBox="1"/>
          <p:nvPr/>
        </p:nvSpPr>
        <p:spPr>
          <a:xfrm>
            <a:off x="2049425" y="1936530"/>
            <a:ext cx="10871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きかくしょ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1D75CFE-5884-4096-80F0-F81099859043}"/>
              </a:ext>
            </a:extLst>
          </p:cNvPr>
          <p:cNvSpPr txBox="1"/>
          <p:nvPr/>
        </p:nvSpPr>
        <p:spPr>
          <a:xfrm>
            <a:off x="4426167" y="1937367"/>
            <a:ext cx="6937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おさ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985FEA9-188F-468E-B82C-0CEDA4F25E6D}"/>
              </a:ext>
            </a:extLst>
          </p:cNvPr>
          <p:cNvSpPr txBox="1"/>
          <p:nvPr/>
        </p:nvSpPr>
        <p:spPr>
          <a:xfrm>
            <a:off x="4994644" y="1951918"/>
            <a:ext cx="6618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おとな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EE626A-7995-4521-A009-A77C6FBCA92A}"/>
              </a:ext>
            </a:extLst>
          </p:cNvPr>
          <p:cNvSpPr txBox="1"/>
          <p:nvPr/>
        </p:nvSpPr>
        <p:spPr>
          <a:xfrm>
            <a:off x="241891" y="3244333"/>
            <a:ext cx="736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はこ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116743C-D810-442A-9EC8-9EF3D892170A}"/>
              </a:ext>
            </a:extLst>
          </p:cNvPr>
          <p:cNvSpPr txBox="1"/>
          <p:nvPr/>
        </p:nvSpPr>
        <p:spPr>
          <a:xfrm>
            <a:off x="1432737" y="3317356"/>
            <a:ext cx="12254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こうきゅうかん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97B0EEA-0054-4E98-9968-877FCE860E8F}"/>
              </a:ext>
            </a:extLst>
          </p:cNvPr>
          <p:cNvSpPr txBox="1"/>
          <p:nvPr/>
        </p:nvSpPr>
        <p:spPr>
          <a:xfrm>
            <a:off x="2400300" y="3263495"/>
            <a:ext cx="736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だ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AADD690-2B5D-479C-9151-28617A200A57}"/>
              </a:ext>
            </a:extLst>
          </p:cNvPr>
          <p:cNvSpPr txBox="1"/>
          <p:nvPr/>
        </p:nvSpPr>
        <p:spPr>
          <a:xfrm>
            <a:off x="3344306" y="3263495"/>
            <a:ext cx="1031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ねら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2AD0B75-1175-4C55-AAC7-40A822821BC0}"/>
              </a:ext>
            </a:extLst>
          </p:cNvPr>
          <p:cNvSpPr txBox="1"/>
          <p:nvPr/>
        </p:nvSpPr>
        <p:spPr>
          <a:xfrm>
            <a:off x="610043" y="3667526"/>
            <a:ext cx="12254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はんばい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8C6A504-5631-4F6E-B5DE-E107E4B8762D}"/>
              </a:ext>
            </a:extLst>
          </p:cNvPr>
          <p:cNvSpPr txBox="1"/>
          <p:nvPr/>
        </p:nvSpPr>
        <p:spPr>
          <a:xfrm>
            <a:off x="2411299" y="3693114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せってい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E2F2C36-5CF8-43CC-8BD6-D5AAD1E53F09}"/>
              </a:ext>
            </a:extLst>
          </p:cNvPr>
          <p:cNvSpPr txBox="1"/>
          <p:nvPr/>
        </p:nvSpPr>
        <p:spPr>
          <a:xfrm>
            <a:off x="2071055" y="4170597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みせのたな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45ED79D-DBDC-4B5D-8CA6-4D6C953D9F6F}"/>
              </a:ext>
            </a:extLst>
          </p:cNvPr>
          <p:cNvSpPr txBox="1"/>
          <p:nvPr/>
        </p:nvSpPr>
        <p:spPr>
          <a:xfrm>
            <a:off x="3700128" y="4201374"/>
            <a:ext cx="18075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しょうひしゃ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C7000B5-5DC7-445E-9C9E-07B45CE01412}"/>
              </a:ext>
            </a:extLst>
          </p:cNvPr>
          <p:cNvSpPr txBox="1"/>
          <p:nvPr/>
        </p:nvSpPr>
        <p:spPr>
          <a:xfrm>
            <a:off x="4994644" y="4169746"/>
            <a:ext cx="5130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と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D61D803-1D39-44AA-8F47-60203B417965}"/>
              </a:ext>
            </a:extLst>
          </p:cNvPr>
          <p:cNvSpPr txBox="1"/>
          <p:nvPr/>
        </p:nvSpPr>
        <p:spPr>
          <a:xfrm>
            <a:off x="8059843" y="4139819"/>
            <a:ext cx="1031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めだつ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562E5E4-FD9A-42C0-B80D-EE86CF95E948}"/>
              </a:ext>
            </a:extLst>
          </p:cNvPr>
          <p:cNvSpPr txBox="1"/>
          <p:nvPr/>
        </p:nvSpPr>
        <p:spPr>
          <a:xfrm>
            <a:off x="1800293" y="5126251"/>
            <a:ext cx="15440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ちょうせい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B9C1239-4AA7-4B01-8A25-0020DB0F05EB}"/>
              </a:ext>
            </a:extLst>
          </p:cNvPr>
          <p:cNvSpPr txBox="1"/>
          <p:nvPr/>
        </p:nvSpPr>
        <p:spPr>
          <a:xfrm>
            <a:off x="5325583" y="5033918"/>
            <a:ext cx="9901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してき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8D2C464-42D0-40DC-B884-DF4E4D765EF2}"/>
              </a:ext>
            </a:extLst>
          </p:cNvPr>
          <p:cNvSpPr txBox="1"/>
          <p:nvPr/>
        </p:nvSpPr>
        <p:spPr>
          <a:xfrm>
            <a:off x="6315740" y="5126251"/>
            <a:ext cx="14031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しゅうせい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F236009-55EA-4B68-ABF7-1D55259FDE46}"/>
              </a:ext>
            </a:extLst>
          </p:cNvPr>
          <p:cNvSpPr txBox="1"/>
          <p:nvPr/>
        </p:nvSpPr>
        <p:spPr>
          <a:xfrm>
            <a:off x="1326778" y="5500060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じゅうぶん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B148757-00C3-49A9-A595-4C2C722C2CC0}"/>
              </a:ext>
            </a:extLst>
          </p:cNvPr>
          <p:cNvSpPr txBox="1"/>
          <p:nvPr/>
        </p:nvSpPr>
        <p:spPr>
          <a:xfrm>
            <a:off x="6854289" y="1494868"/>
            <a:ext cx="10313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へんこう</a:t>
            </a:r>
          </a:p>
        </p:txBody>
      </p:sp>
    </p:spTree>
    <p:extLst>
      <p:ext uri="{BB962C8B-B14F-4D97-AF65-F5344CB8AC3E}">
        <p14:creationId xmlns:p14="http://schemas.microsoft.com/office/powerpoint/2010/main" val="27954488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E95F915-D2FD-4B9C-A636-2E6EE7384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6729"/>
            <a:ext cx="12192000" cy="624454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1C332B7-9F93-4DB3-AF89-77240E472D03}"/>
              </a:ext>
            </a:extLst>
          </p:cNvPr>
          <p:cNvSpPr txBox="1"/>
          <p:nvPr/>
        </p:nvSpPr>
        <p:spPr>
          <a:xfrm>
            <a:off x="1135027" y="1925898"/>
            <a:ext cx="11403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たしか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3820FA9-B986-472A-9BF8-A6C191757D58}"/>
              </a:ext>
            </a:extLst>
          </p:cNvPr>
          <p:cNvSpPr txBox="1"/>
          <p:nvPr/>
        </p:nvSpPr>
        <p:spPr>
          <a:xfrm>
            <a:off x="1427420" y="2313985"/>
            <a:ext cx="11403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きんぎょ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78ECE5-229F-4B06-85AC-C98F1FD5C88F}"/>
              </a:ext>
            </a:extLst>
          </p:cNvPr>
          <p:cNvSpPr txBox="1"/>
          <p:nvPr/>
        </p:nvSpPr>
        <p:spPr>
          <a:xfrm>
            <a:off x="1965692" y="1863221"/>
            <a:ext cx="511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2F5F3D-B598-4BB2-A14E-AC21AD54DEA9}"/>
              </a:ext>
            </a:extLst>
          </p:cNvPr>
          <p:cNvSpPr txBox="1"/>
          <p:nvPr/>
        </p:nvSpPr>
        <p:spPr>
          <a:xfrm>
            <a:off x="6334346" y="2819032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よご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A8E4573-CED4-44CE-A31C-9B9ABBCA49D4}"/>
              </a:ext>
            </a:extLst>
          </p:cNvPr>
          <p:cNvSpPr txBox="1"/>
          <p:nvPr/>
        </p:nvSpPr>
        <p:spPr>
          <a:xfrm>
            <a:off x="3881769" y="3715711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よご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818E94F-0E02-4CD9-A720-115CAFC0E29A}"/>
              </a:ext>
            </a:extLst>
          </p:cNvPr>
          <p:cNvSpPr txBox="1"/>
          <p:nvPr/>
        </p:nvSpPr>
        <p:spPr>
          <a:xfrm>
            <a:off x="7741388" y="4640743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よご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83D60EF-7935-44FA-B99E-23A32CE85F40}"/>
              </a:ext>
            </a:extLst>
          </p:cNvPr>
          <p:cNvSpPr txBox="1"/>
          <p:nvPr/>
        </p:nvSpPr>
        <p:spPr>
          <a:xfrm>
            <a:off x="236574" y="3729340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みず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BB77CC6-CCED-4993-99E2-9CDAF479E979}"/>
              </a:ext>
            </a:extLst>
          </p:cNvPr>
          <p:cNvSpPr txBox="1"/>
          <p:nvPr/>
        </p:nvSpPr>
        <p:spPr>
          <a:xfrm>
            <a:off x="962246" y="3729340"/>
            <a:ext cx="855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かい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C2490B-C87F-4DF1-8CE7-1D894BB334F1}"/>
              </a:ext>
            </a:extLst>
          </p:cNvPr>
          <p:cNvSpPr txBox="1"/>
          <p:nvPr/>
        </p:nvSpPr>
        <p:spPr>
          <a:xfrm>
            <a:off x="730989" y="2795719"/>
            <a:ext cx="855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にか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F5DA055D-FD27-40CE-956A-87DD0E262165}"/>
              </a:ext>
            </a:extLst>
          </p:cNvPr>
          <p:cNvSpPr txBox="1"/>
          <p:nvPr/>
        </p:nvSpPr>
        <p:spPr>
          <a:xfrm>
            <a:off x="4781993" y="5115664"/>
            <a:ext cx="91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えさ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9F555D0-C05D-4B64-AE0F-182C01A4EB90}"/>
              </a:ext>
            </a:extLst>
          </p:cNvPr>
          <p:cNvSpPr txBox="1"/>
          <p:nvPr/>
        </p:nvSpPr>
        <p:spPr>
          <a:xfrm>
            <a:off x="1427420" y="4640743"/>
            <a:ext cx="91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えさ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A0384DD3-B6B8-492E-AE7C-61821BB46F3A}"/>
              </a:ext>
            </a:extLst>
          </p:cNvPr>
          <p:cNvSpPr txBox="1"/>
          <p:nvPr/>
        </p:nvSpPr>
        <p:spPr>
          <a:xfrm>
            <a:off x="1733107" y="5010954"/>
            <a:ext cx="1254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りょう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86CBDDF-396B-4B17-AEDD-6D4B7520850A}"/>
              </a:ext>
            </a:extLst>
          </p:cNvPr>
          <p:cNvSpPr txBox="1"/>
          <p:nvPr/>
        </p:nvSpPr>
        <p:spPr>
          <a:xfrm>
            <a:off x="3293436" y="4639339"/>
            <a:ext cx="91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ひあ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35F2164-8E4C-4399-A484-7044375852B3}"/>
              </a:ext>
            </a:extLst>
          </p:cNvPr>
          <p:cNvSpPr txBox="1"/>
          <p:nvPr/>
        </p:nvSpPr>
        <p:spPr>
          <a:xfrm>
            <a:off x="8152958" y="5032220"/>
            <a:ext cx="15585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えいきょう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B32DA47-3CC2-407C-8D68-62A195C83BA2}"/>
              </a:ext>
            </a:extLst>
          </p:cNvPr>
          <p:cNvSpPr txBox="1"/>
          <p:nvPr/>
        </p:nvSpPr>
        <p:spPr>
          <a:xfrm>
            <a:off x="6697182" y="5044257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とお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174660B-17C2-483F-B605-E1C62DC8F425}"/>
              </a:ext>
            </a:extLst>
          </p:cNvPr>
          <p:cNvSpPr txBox="1"/>
          <p:nvPr/>
        </p:nvSpPr>
        <p:spPr>
          <a:xfrm>
            <a:off x="835983" y="5552146"/>
            <a:ext cx="11616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げんかん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762787F-41B9-4E53-A64B-F83BE69C6020}"/>
              </a:ext>
            </a:extLst>
          </p:cNvPr>
          <p:cNvSpPr txBox="1"/>
          <p:nvPr/>
        </p:nvSpPr>
        <p:spPr>
          <a:xfrm>
            <a:off x="6217389" y="5552146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すく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92378EB-52DF-4212-9DAF-2304837CD0F4}"/>
              </a:ext>
            </a:extLst>
          </p:cNvPr>
          <p:cNvSpPr txBox="1"/>
          <p:nvPr/>
        </p:nvSpPr>
        <p:spPr>
          <a:xfrm>
            <a:off x="8283649" y="5484996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すく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240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19B88C8-488F-4F26-BAD1-4F601D6F5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5" y="504547"/>
            <a:ext cx="12064409" cy="584890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0208B6C-A0D3-4A97-B46E-51B2F49547B5}"/>
              </a:ext>
            </a:extLst>
          </p:cNvPr>
          <p:cNvSpPr txBox="1"/>
          <p:nvPr/>
        </p:nvSpPr>
        <p:spPr>
          <a:xfrm>
            <a:off x="220625" y="1925896"/>
            <a:ext cx="1331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なかやま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52A25CC-9E05-4AE3-B339-28DF77691621}"/>
              </a:ext>
            </a:extLst>
          </p:cNvPr>
          <p:cNvSpPr txBox="1"/>
          <p:nvPr/>
        </p:nvSpPr>
        <p:spPr>
          <a:xfrm>
            <a:off x="886489" y="2295228"/>
            <a:ext cx="1608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しんせいひん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D7B7D9E-F3A9-4181-AC32-9124D0529D39}"/>
              </a:ext>
            </a:extLst>
          </p:cNvPr>
          <p:cNvSpPr txBox="1"/>
          <p:nvPr/>
        </p:nvSpPr>
        <p:spPr>
          <a:xfrm>
            <a:off x="1709183" y="1925896"/>
            <a:ext cx="1703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せんたくき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0022903-2AFA-4E3A-B77E-AAA69E5063C0}"/>
              </a:ext>
            </a:extLst>
          </p:cNvPr>
          <p:cNvSpPr txBox="1"/>
          <p:nvPr/>
        </p:nvSpPr>
        <p:spPr>
          <a:xfrm>
            <a:off x="1858039" y="2848404"/>
            <a:ext cx="10871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しょうさい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8484C11-2872-460A-935E-F839F0FDBB53}"/>
              </a:ext>
            </a:extLst>
          </p:cNvPr>
          <p:cNvSpPr txBox="1"/>
          <p:nvPr/>
        </p:nvSpPr>
        <p:spPr>
          <a:xfrm>
            <a:off x="2401629" y="3217736"/>
            <a:ext cx="118154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とりあつかい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55606E4-219F-4ADC-8976-95B9ACF1767B}"/>
              </a:ext>
            </a:extLst>
          </p:cNvPr>
          <p:cNvSpPr txBox="1"/>
          <p:nvPr/>
        </p:nvSpPr>
        <p:spPr>
          <a:xfrm>
            <a:off x="2786395" y="2848404"/>
            <a:ext cx="11815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せつめいしょ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383B9D1-AB7A-4B8E-AF0E-36A7C64744BF}"/>
              </a:ext>
            </a:extLst>
          </p:cNvPr>
          <p:cNvSpPr txBox="1"/>
          <p:nvPr/>
        </p:nvSpPr>
        <p:spPr>
          <a:xfrm>
            <a:off x="3466214" y="3186958"/>
            <a:ext cx="13038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かんたん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00E588C-389C-41E2-A187-719D0F1A7A49}"/>
              </a:ext>
            </a:extLst>
          </p:cNvPr>
          <p:cNvSpPr txBox="1"/>
          <p:nvPr/>
        </p:nvSpPr>
        <p:spPr>
          <a:xfrm>
            <a:off x="3976466" y="2755210"/>
            <a:ext cx="9198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かんい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64629AD-6EFD-4575-9A44-147764BE3456}"/>
              </a:ext>
            </a:extLst>
          </p:cNvPr>
          <p:cNvSpPr txBox="1"/>
          <p:nvPr/>
        </p:nvSpPr>
        <p:spPr>
          <a:xfrm>
            <a:off x="5188077" y="2786849"/>
            <a:ext cx="1815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いんさつぶつ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9BE43667-38A6-4F6C-8BA3-CCB98331595F}"/>
              </a:ext>
            </a:extLst>
          </p:cNvPr>
          <p:cNvSpPr txBox="1"/>
          <p:nvPr/>
        </p:nvSpPr>
        <p:spPr>
          <a:xfrm>
            <a:off x="8249311" y="2805590"/>
            <a:ext cx="15869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つかいかた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A7D4BBE-5C2D-488C-886C-EF936D56F8C6}"/>
              </a:ext>
            </a:extLst>
          </p:cNvPr>
          <p:cNvSpPr txBox="1"/>
          <p:nvPr/>
        </p:nvSpPr>
        <p:spPr>
          <a:xfrm>
            <a:off x="2666113" y="3677718"/>
            <a:ext cx="11815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もんだい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5892AEE-44BE-481D-827B-FE767C79C75B}"/>
              </a:ext>
            </a:extLst>
          </p:cNvPr>
          <p:cNvSpPr txBox="1"/>
          <p:nvPr/>
        </p:nvSpPr>
        <p:spPr>
          <a:xfrm>
            <a:off x="5621965" y="3672101"/>
            <a:ext cx="672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もじ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944DEEC-BEC8-4DAA-94B5-F6EF3C222CED}"/>
              </a:ext>
            </a:extLst>
          </p:cNvPr>
          <p:cNvSpPr txBox="1"/>
          <p:nvPr/>
        </p:nvSpPr>
        <p:spPr>
          <a:xfrm>
            <a:off x="1964365" y="4519009"/>
            <a:ext cx="7017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え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36EC66D-1682-4FFB-B09D-C50ED9B0E11A}"/>
              </a:ext>
            </a:extLst>
          </p:cNvPr>
          <p:cNvSpPr txBox="1"/>
          <p:nvPr/>
        </p:nvSpPr>
        <p:spPr>
          <a:xfrm>
            <a:off x="4129863" y="4528238"/>
            <a:ext cx="11332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かんけつ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254E6F3-790B-4A1D-9C01-76F2146B86DC}"/>
              </a:ext>
            </a:extLst>
          </p:cNvPr>
          <p:cNvSpPr txBox="1"/>
          <p:nvPr/>
        </p:nvSpPr>
        <p:spPr>
          <a:xfrm>
            <a:off x="5015910" y="4990107"/>
            <a:ext cx="8957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どうが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7FE74E20-9227-49E8-834A-2FF80E7EE9A4}"/>
              </a:ext>
            </a:extLst>
          </p:cNvPr>
          <p:cNvSpPr txBox="1"/>
          <p:nvPr/>
        </p:nvSpPr>
        <p:spPr>
          <a:xfrm>
            <a:off x="5621965" y="4557353"/>
            <a:ext cx="13819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せんざい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7C0F70B-5F4E-436B-B767-06E944149DC7}"/>
              </a:ext>
            </a:extLst>
          </p:cNvPr>
          <p:cNvSpPr txBox="1"/>
          <p:nvPr/>
        </p:nvSpPr>
        <p:spPr>
          <a:xfrm>
            <a:off x="999350" y="5436230"/>
            <a:ext cx="1036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よけい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4D9CE317-CB99-4A1C-9017-5AFD8C93428E}"/>
              </a:ext>
            </a:extLst>
          </p:cNvPr>
          <p:cNvSpPr txBox="1"/>
          <p:nvPr/>
        </p:nvSpPr>
        <p:spPr>
          <a:xfrm>
            <a:off x="2218657" y="5424294"/>
            <a:ext cx="7530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はぶ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1369422-39C7-49EF-AFD0-51D19A7CEE42}"/>
              </a:ext>
            </a:extLst>
          </p:cNvPr>
          <p:cNvSpPr txBox="1"/>
          <p:nvPr/>
        </p:nvSpPr>
        <p:spPr>
          <a:xfrm>
            <a:off x="6030432" y="5397412"/>
            <a:ext cx="9734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じまく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7B0F7FF-BE8E-451F-BB4D-A6C27E01B650}"/>
              </a:ext>
            </a:extLst>
          </p:cNvPr>
          <p:cNvSpPr txBox="1"/>
          <p:nvPr/>
        </p:nvSpPr>
        <p:spPr>
          <a:xfrm>
            <a:off x="6465509" y="5836603"/>
            <a:ext cx="13819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ふくすう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CED641B-2A5E-4D6C-AAFB-A34E50F6C3F8}"/>
              </a:ext>
            </a:extLst>
          </p:cNvPr>
          <p:cNvSpPr txBox="1"/>
          <p:nvPr/>
        </p:nvSpPr>
        <p:spPr>
          <a:xfrm>
            <a:off x="7003921" y="5424294"/>
            <a:ext cx="9988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げんご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855018D-6E0A-4AB8-AA01-2AAF00C1BEEE}"/>
              </a:ext>
            </a:extLst>
          </p:cNvPr>
          <p:cNvSpPr txBox="1"/>
          <p:nvPr/>
        </p:nvSpPr>
        <p:spPr>
          <a:xfrm>
            <a:off x="7503346" y="5863485"/>
            <a:ext cx="12116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たいおう</a:t>
            </a:r>
          </a:p>
        </p:txBody>
      </p:sp>
    </p:spTree>
    <p:extLst>
      <p:ext uri="{BB962C8B-B14F-4D97-AF65-F5344CB8AC3E}">
        <p14:creationId xmlns:p14="http://schemas.microsoft.com/office/powerpoint/2010/main" val="2733030763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582</TotalTime>
  <Words>105</Words>
  <Application>Microsoft Office PowerPoint</Application>
  <PresentationFormat>宽屏</PresentationFormat>
  <Paragraphs>105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0" baseType="lpstr">
      <vt:lpstr>Yu Gothic</vt:lpstr>
      <vt:lpstr>Arial</vt:lpstr>
      <vt:lpstr>Calibri</vt:lpstr>
      <vt:lpstr>tahoma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Xiao</dc:creator>
  <cp:lastModifiedBy>njxuxiao@qq.com</cp:lastModifiedBy>
  <cp:revision>44</cp:revision>
  <dcterms:created xsi:type="dcterms:W3CDTF">2023-08-09T12:44:00Z</dcterms:created>
  <dcterms:modified xsi:type="dcterms:W3CDTF">2025-10-06T11:10:11Z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2052-12.1.0.21541</vt:lpwstr>
  </property>
  <property fmtid="{D5CDD505-2E9C-101B-9397-08002B2CF9AE}" pid="3" name="ICV">
    <vt:lpwstr>862847E863BF4E368A6CF7DC9114C61F_12</vt:lpwstr>
  </property>
</Properties>
</file>