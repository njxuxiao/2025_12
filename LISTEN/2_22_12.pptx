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2025/10/5/Sunday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148757-00C3-49A9-A595-4C2C722C2CC0}"/>
              </a:ext>
            </a:extLst>
          </p:cNvPr>
          <p:cNvSpPr txBox="1"/>
          <p:nvPr/>
        </p:nvSpPr>
        <p:spPr>
          <a:xfrm>
            <a:off x="6854289" y="1494868"/>
            <a:ext cx="1031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へんこう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65</Words>
  <Application>Microsoft Office PowerPoint</Application>
  <PresentationFormat>宽屏</PresentationFormat>
  <Paragraphs>65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40</cp:revision>
  <dcterms:created xsi:type="dcterms:W3CDTF">2023-08-09T12:44:00Z</dcterms:created>
  <dcterms:modified xsi:type="dcterms:W3CDTF">2025-10-05T03:20:40Z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