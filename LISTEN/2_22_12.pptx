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2937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42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2025/9/28/Sunday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2025/9/28/Sunday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2025/9/28/Sunday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2025/9/28/Sunday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2025/9/28/Sunday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2025/9/28/Sunday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2025/9/28/Sunday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2025/9/28/Sunday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2025/9/28/Sunday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2025/9/28/Sunday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2025/9/28/Sunday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2025/9/28/Sunday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B506F4C-C12E-4AE2-8674-CC16B9C1A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95" y="480110"/>
            <a:ext cx="11426609" cy="58977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CBCFE26-2133-4E3F-B79E-3C1583344A2E}"/>
              </a:ext>
            </a:extLst>
          </p:cNvPr>
          <p:cNvSpPr txBox="1"/>
          <p:nvPr/>
        </p:nvSpPr>
        <p:spPr>
          <a:xfrm>
            <a:off x="580293" y="657198"/>
            <a:ext cx="12133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しゅっぱつ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A3C713-A1A4-43B2-A842-16423B2EDFE5}"/>
              </a:ext>
            </a:extLst>
          </p:cNvPr>
          <p:cNvSpPr txBox="1"/>
          <p:nvPr/>
        </p:nvSpPr>
        <p:spPr>
          <a:xfrm>
            <a:off x="6816968" y="641811"/>
            <a:ext cx="6682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つた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D10494-0FED-47C4-BCCE-3E576CDE9A3C}"/>
              </a:ext>
            </a:extLst>
          </p:cNvPr>
          <p:cNvSpPr txBox="1"/>
          <p:nvPr/>
        </p:nvSpPr>
        <p:spPr>
          <a:xfrm>
            <a:off x="5802920" y="657198"/>
            <a:ext cx="10140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しゅうごう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DE5BF71-FC3E-4A3A-A335-2F3A9F2B8134}"/>
              </a:ext>
            </a:extLst>
          </p:cNvPr>
          <p:cNvSpPr txBox="1"/>
          <p:nvPr/>
        </p:nvSpPr>
        <p:spPr>
          <a:xfrm>
            <a:off x="1693985" y="949588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pension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0461CCC-5C22-42C9-90FD-D4CB6FF087E6}"/>
              </a:ext>
            </a:extLst>
          </p:cNvPr>
          <p:cNvSpPr txBox="1"/>
          <p:nvPr/>
        </p:nvSpPr>
        <p:spPr>
          <a:xfrm>
            <a:off x="5259842" y="1007319"/>
            <a:ext cx="740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club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B811A53-6C43-4C47-88F8-13CE4320DD37}"/>
              </a:ext>
            </a:extLst>
          </p:cNvPr>
          <p:cNvSpPr txBox="1"/>
          <p:nvPr/>
        </p:nvSpPr>
        <p:spPr>
          <a:xfrm>
            <a:off x="3284084" y="1578820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EE55769-0AF2-4A94-8D0C-C75E7F7B905A}"/>
              </a:ext>
            </a:extLst>
          </p:cNvPr>
          <p:cNvSpPr txBox="1"/>
          <p:nvPr/>
        </p:nvSpPr>
        <p:spPr>
          <a:xfrm>
            <a:off x="2709522" y="1992477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C1BA5E2-75FF-41A0-BA76-E306EFF228F9}"/>
              </a:ext>
            </a:extLst>
          </p:cNvPr>
          <p:cNvSpPr txBox="1"/>
          <p:nvPr/>
        </p:nvSpPr>
        <p:spPr>
          <a:xfrm>
            <a:off x="753155" y="1992476"/>
            <a:ext cx="13205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あさって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8BF0C-75D1-40B5-B77B-223F66462E10}"/>
              </a:ext>
            </a:extLst>
          </p:cNvPr>
          <p:cNvSpPr txBox="1"/>
          <p:nvPr/>
        </p:nvSpPr>
        <p:spPr>
          <a:xfrm>
            <a:off x="3858645" y="1992475"/>
            <a:ext cx="12715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かくにん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F66202A-777D-4049-984C-C6CF72784C34}"/>
              </a:ext>
            </a:extLst>
          </p:cNvPr>
          <p:cNvSpPr txBox="1"/>
          <p:nvPr/>
        </p:nvSpPr>
        <p:spPr>
          <a:xfrm>
            <a:off x="6792239" y="1961697"/>
            <a:ext cx="1385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にんずう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DF9CD1A-62A7-4B73-AD0C-2A0A536548C6}"/>
              </a:ext>
            </a:extLst>
          </p:cNvPr>
          <p:cNvSpPr txBox="1"/>
          <p:nvPr/>
        </p:nvSpPr>
        <p:spPr>
          <a:xfrm>
            <a:off x="659039" y="2377199"/>
            <a:ext cx="1414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さんかしゃ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CE383C-CC0C-45C5-8E33-3EB06452810B}"/>
              </a:ext>
            </a:extLst>
          </p:cNvPr>
          <p:cNvSpPr txBox="1"/>
          <p:nvPr/>
        </p:nvSpPr>
        <p:spPr>
          <a:xfrm>
            <a:off x="3064328" y="2375487"/>
            <a:ext cx="10276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かくてい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96B34A-45E2-4D0C-AC02-B41D272494D4}"/>
              </a:ext>
            </a:extLst>
          </p:cNvPr>
          <p:cNvSpPr txBox="1"/>
          <p:nvPr/>
        </p:nvSpPr>
        <p:spPr>
          <a:xfrm>
            <a:off x="3976363" y="2375487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もうしこん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4224236-3FE5-401A-8D31-967E7BBCDAB0}"/>
              </a:ext>
            </a:extLst>
          </p:cNvPr>
          <p:cNvSpPr txBox="1"/>
          <p:nvPr/>
        </p:nvSpPr>
        <p:spPr>
          <a:xfrm>
            <a:off x="5327875" y="2375487"/>
            <a:ext cx="11491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へんこう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E14CDCA-7FC0-4596-BC2C-3565A2AE899B}"/>
              </a:ext>
            </a:extLst>
          </p:cNvPr>
          <p:cNvSpPr txBox="1"/>
          <p:nvPr/>
        </p:nvSpPr>
        <p:spPr>
          <a:xfrm>
            <a:off x="2346823" y="2789275"/>
            <a:ext cx="910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つごう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A75DECF-4271-429B-B2E1-E6A3A548AF23}"/>
              </a:ext>
            </a:extLst>
          </p:cNvPr>
          <p:cNvSpPr txBox="1"/>
          <p:nvPr/>
        </p:nvSpPr>
        <p:spPr>
          <a:xfrm>
            <a:off x="6205022" y="2830228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かしきり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AAD9319-C7F3-43CD-84B9-466FEF418AE3}"/>
              </a:ext>
            </a:extLst>
          </p:cNvPr>
          <p:cNvSpPr txBox="1"/>
          <p:nvPr/>
        </p:nvSpPr>
        <p:spPr>
          <a:xfrm>
            <a:off x="3220694" y="3616851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member</a:t>
            </a:r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45F7AE3-8B1D-4477-A771-17FE9C7EA7B3}"/>
              </a:ext>
            </a:extLst>
          </p:cNvPr>
          <p:cNvSpPr txBox="1"/>
          <p:nvPr/>
        </p:nvSpPr>
        <p:spPr>
          <a:xfrm>
            <a:off x="4494438" y="3710764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とうじつ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73AB26C-3127-47F3-9711-BB5847D1C697}"/>
              </a:ext>
            </a:extLst>
          </p:cNvPr>
          <p:cNvSpPr txBox="1"/>
          <p:nvPr/>
        </p:nvSpPr>
        <p:spPr>
          <a:xfrm>
            <a:off x="5113501" y="3682100"/>
            <a:ext cx="124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しゅうごう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F3CA43-D2C0-4939-8B34-1ED9BE342F66}"/>
              </a:ext>
            </a:extLst>
          </p:cNvPr>
          <p:cNvSpPr txBox="1"/>
          <p:nvPr/>
        </p:nvSpPr>
        <p:spPr>
          <a:xfrm>
            <a:off x="6904813" y="3649209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れんらく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D7273A-EDCF-4283-A35A-2C6814C34B86}"/>
              </a:ext>
            </a:extLst>
          </p:cNvPr>
          <p:cNvSpPr txBox="1"/>
          <p:nvPr/>
        </p:nvSpPr>
        <p:spPr>
          <a:xfrm>
            <a:off x="9742812" y="3701345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とうちゃく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575E8B3-E898-45EE-B544-05783B582242}"/>
              </a:ext>
            </a:extLst>
          </p:cNvPr>
          <p:cNvSpPr txBox="1"/>
          <p:nvPr/>
        </p:nvSpPr>
        <p:spPr>
          <a:xfrm>
            <a:off x="10465424" y="3649209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へんこう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B3AB444-DD19-4EE3-8225-466E651E7B50}"/>
              </a:ext>
            </a:extLst>
          </p:cNvPr>
          <p:cNvSpPr txBox="1"/>
          <p:nvPr/>
        </p:nvSpPr>
        <p:spPr>
          <a:xfrm>
            <a:off x="1555209" y="4964082"/>
            <a:ext cx="14146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>
                <a:solidFill>
                  <a:schemeClr val="accent1"/>
                </a:solidFill>
              </a:rPr>
              <a:t>めいわく</a:t>
            </a:r>
            <a:endParaRPr lang="zh-CN" altLang="en-US" sz="1600" dirty="0">
              <a:solidFill>
                <a:schemeClr val="accent1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9698BB8-051F-47E1-B51D-C6D3683E06D2}"/>
              </a:ext>
            </a:extLst>
          </p:cNvPr>
          <p:cNvSpPr txBox="1"/>
          <p:nvPr/>
        </p:nvSpPr>
        <p:spPr>
          <a:xfrm>
            <a:off x="4314161" y="4948693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あさばん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2780746-4649-4E03-8076-5F2815780CDB}"/>
              </a:ext>
            </a:extLst>
          </p:cNvPr>
          <p:cNvSpPr txBox="1"/>
          <p:nvPr/>
        </p:nvSpPr>
        <p:spPr>
          <a:xfrm>
            <a:off x="5286308" y="494698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じき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B122B58-4BAC-490C-A0E8-D0B01B08C97A}"/>
              </a:ext>
            </a:extLst>
          </p:cNvPr>
          <p:cNvSpPr txBox="1"/>
          <p:nvPr/>
        </p:nvSpPr>
        <p:spPr>
          <a:xfrm>
            <a:off x="6285261" y="4946987"/>
            <a:ext cx="910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きおん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610341A-8BFD-4537-9B26-7F759758007B}"/>
              </a:ext>
            </a:extLst>
          </p:cNvPr>
          <p:cNvSpPr txBox="1"/>
          <p:nvPr/>
        </p:nvSpPr>
        <p:spPr>
          <a:xfrm>
            <a:off x="6944950" y="4952046"/>
            <a:ext cx="502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ひ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ED542D2-803D-4BDE-AA3B-3D83F070B51F}"/>
              </a:ext>
            </a:extLst>
          </p:cNvPr>
          <p:cNvSpPr txBox="1"/>
          <p:nvPr/>
        </p:nvSpPr>
        <p:spPr>
          <a:xfrm>
            <a:off x="8459670" y="4945583"/>
            <a:ext cx="1043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うわぎ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4D4C1187-FAB2-4F54-9462-5FFF9D2BF75E}"/>
              </a:ext>
            </a:extLst>
          </p:cNvPr>
          <p:cNvSpPr txBox="1"/>
          <p:nvPr/>
        </p:nvSpPr>
        <p:spPr>
          <a:xfrm>
            <a:off x="9583454" y="4933547"/>
            <a:ext cx="71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ほう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D18D972-5C17-4F57-A03F-C1E3271F9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61" y="524277"/>
            <a:ext cx="12047077" cy="580944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57F40DE-9223-478E-9465-E20AD1B3C1C1}"/>
              </a:ext>
            </a:extLst>
          </p:cNvPr>
          <p:cNvSpPr txBox="1"/>
          <p:nvPr/>
        </p:nvSpPr>
        <p:spPr>
          <a:xfrm>
            <a:off x="-98351" y="3201802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ちいき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69545DD-6E31-4515-A80C-EFAB079499AA}"/>
              </a:ext>
            </a:extLst>
          </p:cNvPr>
          <p:cNvSpPr txBox="1"/>
          <p:nvPr/>
        </p:nvSpPr>
        <p:spPr>
          <a:xfrm>
            <a:off x="587449" y="3200398"/>
            <a:ext cx="1156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いけばな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B956DC3-C3FA-4F46-B6DB-A28BBFB25B43}"/>
              </a:ext>
            </a:extLst>
          </p:cNvPr>
          <p:cNvSpPr txBox="1"/>
          <p:nvPr/>
        </p:nvSpPr>
        <p:spPr>
          <a:xfrm>
            <a:off x="2937244" y="3244334"/>
            <a:ext cx="699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るす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7D9310-A80F-49B6-A0A5-1205C1D9AE64}"/>
              </a:ext>
            </a:extLst>
          </p:cNvPr>
          <p:cNvSpPr txBox="1"/>
          <p:nvPr/>
        </p:nvSpPr>
        <p:spPr>
          <a:xfrm>
            <a:off x="7562406" y="3839756"/>
            <a:ext cx="1634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てんらんかい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C99FAE8-7C17-4A26-B9E1-5702DDFED05E}"/>
              </a:ext>
            </a:extLst>
          </p:cNvPr>
          <p:cNvSpPr txBox="1"/>
          <p:nvPr/>
        </p:nvSpPr>
        <p:spPr>
          <a:xfrm>
            <a:off x="9656230" y="3806455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文件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57A8352-B13E-42BB-BB03-B8F2821D067D}"/>
              </a:ext>
            </a:extLst>
          </p:cNvPr>
          <p:cNvSpPr txBox="1"/>
          <p:nvPr/>
        </p:nvSpPr>
        <p:spPr>
          <a:xfrm>
            <a:off x="11189882" y="3885922"/>
            <a:ext cx="1002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かいじょう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C4FEFA7-AEAC-412A-BA7C-E2BCB7102033}"/>
              </a:ext>
            </a:extLst>
          </p:cNvPr>
          <p:cNvSpPr txBox="1"/>
          <p:nvPr/>
        </p:nvSpPr>
        <p:spPr>
          <a:xfrm>
            <a:off x="51168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标题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CE7CC5F-DB33-4A29-A566-A6A22B7E922F}"/>
              </a:ext>
            </a:extLst>
          </p:cNvPr>
          <p:cNvSpPr txBox="1"/>
          <p:nvPr/>
        </p:nvSpPr>
        <p:spPr>
          <a:xfrm>
            <a:off x="775540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DA0D15A-4657-4316-AB1C-A13B66DAB320}"/>
              </a:ext>
            </a:extLst>
          </p:cNvPr>
          <p:cNvSpPr txBox="1"/>
          <p:nvPr/>
        </p:nvSpPr>
        <p:spPr>
          <a:xfrm>
            <a:off x="2897469" y="4496631"/>
            <a:ext cx="1355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ひとまわり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4152252-42CB-4449-9278-CF29ED37CD88}"/>
              </a:ext>
            </a:extLst>
          </p:cNvPr>
          <p:cNvSpPr txBox="1"/>
          <p:nvPr/>
        </p:nvSpPr>
        <p:spPr>
          <a:xfrm>
            <a:off x="9799767" y="4496631"/>
            <a:ext cx="784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いち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EB7BB73-04EA-40F5-AE9B-2EC004A018C4}"/>
              </a:ext>
            </a:extLst>
          </p:cNvPr>
          <p:cNvSpPr txBox="1"/>
          <p:nvPr/>
        </p:nvSpPr>
        <p:spPr>
          <a:xfrm>
            <a:off x="10429354" y="4891856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少许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5577B7B-AE8F-4EED-8881-AF2C8A20AA36}"/>
              </a:ext>
            </a:extLst>
          </p:cNvPr>
          <p:cNvSpPr txBox="1"/>
          <p:nvPr/>
        </p:nvSpPr>
        <p:spPr>
          <a:xfrm>
            <a:off x="10754730" y="4514522"/>
            <a:ext cx="869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ひだり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ED52D73-2A2C-45F0-BBF3-68645EF0C733}"/>
              </a:ext>
            </a:extLst>
          </p:cNvPr>
          <p:cNvSpPr txBox="1"/>
          <p:nvPr/>
        </p:nvSpPr>
        <p:spPr>
          <a:xfrm>
            <a:off x="11429254" y="4522524"/>
            <a:ext cx="285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BD60FEA-29EE-4CA2-A2CD-6CD664ACA791}"/>
              </a:ext>
            </a:extLst>
          </p:cNvPr>
          <p:cNvSpPr txBox="1"/>
          <p:nvPr/>
        </p:nvSpPr>
        <p:spPr>
          <a:xfrm>
            <a:off x="2162641" y="5130078"/>
            <a:ext cx="1549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まんなか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1830CF-0774-4112-9186-4ECD872C0568}"/>
              </a:ext>
            </a:extLst>
          </p:cNvPr>
          <p:cNvSpPr txBox="1"/>
          <p:nvPr/>
        </p:nvSpPr>
        <p:spPr>
          <a:xfrm>
            <a:off x="5548764" y="5152234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にちじ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7F8FADA-A9DB-429B-B385-16B8B0954F09}"/>
              </a:ext>
            </a:extLst>
          </p:cNvPr>
          <p:cNvSpPr txBox="1"/>
          <p:nvPr/>
        </p:nvSpPr>
        <p:spPr>
          <a:xfrm>
            <a:off x="8004544" y="5141601"/>
            <a:ext cx="832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E4918A1-BAFB-4BA6-95A2-60CB453A36C8}"/>
              </a:ext>
            </a:extLst>
          </p:cNvPr>
          <p:cNvSpPr txBox="1"/>
          <p:nvPr/>
        </p:nvSpPr>
        <p:spPr>
          <a:xfrm>
            <a:off x="9427630" y="5130078"/>
            <a:ext cx="12307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ていあん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FA5994A-CD86-4F1A-92A9-8313BD72C11E}"/>
              </a:ext>
            </a:extLst>
          </p:cNvPr>
          <p:cNvSpPr txBox="1"/>
          <p:nvPr/>
        </p:nvSpPr>
        <p:spPr>
          <a:xfrm>
            <a:off x="-76201" y="5791460"/>
            <a:ext cx="9799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うご</a:t>
            </a:r>
          </a:p>
        </p:txBody>
      </p:sp>
    </p:spTree>
    <p:extLst>
      <p:ext uri="{BB962C8B-B14F-4D97-AF65-F5344CB8AC3E}">
        <p14:creationId xmlns:p14="http://schemas.microsoft.com/office/powerpoint/2010/main" val="145446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CB757EB-FBB7-4189-A2AA-1B6CB8967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0" y="390943"/>
            <a:ext cx="12123619" cy="607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448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E95F915-D2FD-4B9C-A636-2E6EE7384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6729"/>
            <a:ext cx="12192000" cy="6244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401291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47</Words>
  <Application>Microsoft Office PowerPoint</Application>
  <PresentationFormat>宽屏</PresentationFormat>
  <Paragraphs>47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Yu Gothic</vt:lpstr>
      <vt:lpstr>Arial</vt:lpstr>
      <vt:lpstr>Calibri</vt:lpstr>
      <vt:lpstr>tahoma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Xiao</dc:creator>
  <cp:lastModifiedBy>njxuxiao@qq.com</cp:lastModifiedBy>
  <cp:revision>33</cp:revision>
  <dcterms:created xsi:type="dcterms:W3CDTF">2023-08-09T12:44:00Z</dcterms:created>
  <dcterms:modified xsi:type="dcterms:W3CDTF">2025-09-28T14:31:37Z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2052-12.1.0.21541</vt:lpwstr>
  </property>
  <property fmtid="{D5CDD505-2E9C-101B-9397-08002B2CF9AE}" pid="3" name="ICV">
    <vt:lpwstr>862847E863BF4E368A6CF7DC9114C61F_12</vt:lpwstr>
  </property>
</Properties>
</file>