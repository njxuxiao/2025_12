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62" r:id="rId17"/>
    <p:sldId id="26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937" autoAdjust="0"/>
    <p:restoredTop sz="94660"/>
  </p:normalViewPr>
  <p:slideViewPr>
    <p:cSldViewPr snapToGrid="0">
      <p:cViewPr varScale="1">
        <p:scale>
          <a:sx n="90" d="100"/>
          <a:sy n="90" d="100"/>
        </p:scale>
        <p:origin x="66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2026/9/20/Sunday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506F4C-C12E-4AE2-8674-CC16B9C1A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95" y="480110"/>
            <a:ext cx="11426609" cy="58977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BCFE26-2133-4E3F-B79E-3C1583344A2E}"/>
              </a:ext>
            </a:extLst>
          </p:cNvPr>
          <p:cNvSpPr txBox="1"/>
          <p:nvPr/>
        </p:nvSpPr>
        <p:spPr>
          <a:xfrm>
            <a:off x="580293" y="657198"/>
            <a:ext cx="12133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しゅっぱつ</a:t>
            </a:r>
            <a:endParaRPr lang="zh-CN" altLang="en-US" sz="1200" dirty="0">
              <a:solidFill>
                <a:schemeClr val="accent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3C713-A1A4-43B2-A842-16423B2EDFE5}"/>
              </a:ext>
            </a:extLst>
          </p:cNvPr>
          <p:cNvSpPr txBox="1"/>
          <p:nvPr/>
        </p:nvSpPr>
        <p:spPr>
          <a:xfrm>
            <a:off x="6816968" y="641811"/>
            <a:ext cx="668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つた</a:t>
            </a:r>
            <a:endParaRPr lang="zh-CN" altLang="en-US" sz="1400" dirty="0">
              <a:solidFill>
                <a:schemeClr val="accent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D10494-0FED-47C4-BCCE-3E576CDE9A3C}"/>
              </a:ext>
            </a:extLst>
          </p:cNvPr>
          <p:cNvSpPr txBox="1"/>
          <p:nvPr/>
        </p:nvSpPr>
        <p:spPr>
          <a:xfrm>
            <a:off x="5802920" y="657198"/>
            <a:ext cx="1014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しゅうごう</a:t>
            </a:r>
            <a:endParaRPr lang="zh-CN" altLang="en-US" sz="1200" dirty="0">
              <a:solidFill>
                <a:schemeClr val="accent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E5BF71-FC3E-4A3A-A335-2F3A9F2B8134}"/>
              </a:ext>
            </a:extLst>
          </p:cNvPr>
          <p:cNvSpPr txBox="1"/>
          <p:nvPr/>
        </p:nvSpPr>
        <p:spPr>
          <a:xfrm>
            <a:off x="1693985" y="949588"/>
            <a:ext cx="1137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0" dirty="0">
                <a:solidFill>
                  <a:srgbClr val="999999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pension</a:t>
            </a:r>
            <a:endParaRPr lang="zh-CN" alt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461CCC-5C22-42C9-90FD-D4CB6FF087E6}"/>
              </a:ext>
            </a:extLst>
          </p:cNvPr>
          <p:cNvSpPr txBox="1"/>
          <p:nvPr/>
        </p:nvSpPr>
        <p:spPr>
          <a:xfrm>
            <a:off x="5259842" y="1007319"/>
            <a:ext cx="740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0" dirty="0">
                <a:solidFill>
                  <a:srgbClr val="999999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club</a:t>
            </a:r>
            <a:endParaRPr lang="zh-CN" alt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811A53-6C43-4C47-88F8-13CE4320DD37}"/>
              </a:ext>
            </a:extLst>
          </p:cNvPr>
          <p:cNvSpPr txBox="1"/>
          <p:nvPr/>
        </p:nvSpPr>
        <p:spPr>
          <a:xfrm>
            <a:off x="3284084" y="1578820"/>
            <a:ext cx="114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0" dirty="0">
                <a:solidFill>
                  <a:schemeClr val="accent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がっしゅく</a:t>
            </a:r>
            <a:endParaRPr lang="zh-CN" altLang="en-US" sz="1200" dirty="0">
              <a:solidFill>
                <a:schemeClr val="accent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E55769-0AF2-4A94-8D0C-C75E7F7B905A}"/>
              </a:ext>
            </a:extLst>
          </p:cNvPr>
          <p:cNvSpPr txBox="1"/>
          <p:nvPr/>
        </p:nvSpPr>
        <p:spPr>
          <a:xfrm>
            <a:off x="2709522" y="1992477"/>
            <a:ext cx="114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0" dirty="0">
                <a:solidFill>
                  <a:schemeClr val="accent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がっしゅく</a:t>
            </a:r>
            <a:endParaRPr lang="zh-CN" altLang="en-US" sz="1200" dirty="0">
              <a:solidFill>
                <a:schemeClr val="accent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1BA5E2-75FF-41A0-BA76-E306EFF228F9}"/>
              </a:ext>
            </a:extLst>
          </p:cNvPr>
          <p:cNvSpPr txBox="1"/>
          <p:nvPr/>
        </p:nvSpPr>
        <p:spPr>
          <a:xfrm>
            <a:off x="753155" y="1992476"/>
            <a:ext cx="13205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0" dirty="0">
                <a:solidFill>
                  <a:schemeClr val="accent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あさって</a:t>
            </a:r>
            <a:endParaRPr lang="zh-CN" altLang="en-US" sz="1200" dirty="0">
              <a:solidFill>
                <a:schemeClr val="accent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A8BF0C-75D1-40B5-B77B-223F66462E10}"/>
              </a:ext>
            </a:extLst>
          </p:cNvPr>
          <p:cNvSpPr txBox="1"/>
          <p:nvPr/>
        </p:nvSpPr>
        <p:spPr>
          <a:xfrm>
            <a:off x="3858645" y="1992475"/>
            <a:ext cx="1271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かくにん</a:t>
            </a:r>
            <a:endParaRPr lang="zh-CN" altLang="en-US" sz="1200" dirty="0">
              <a:solidFill>
                <a:schemeClr val="accent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66202A-777D-4049-984C-C6CF72784C34}"/>
              </a:ext>
            </a:extLst>
          </p:cNvPr>
          <p:cNvSpPr txBox="1"/>
          <p:nvPr/>
        </p:nvSpPr>
        <p:spPr>
          <a:xfrm>
            <a:off x="6792239" y="1961697"/>
            <a:ext cx="1385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にんずう</a:t>
            </a:r>
            <a:endParaRPr lang="zh-CN" altLang="en-US" sz="1400" dirty="0">
              <a:solidFill>
                <a:schemeClr val="accent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DF9CD1A-62A7-4B73-AD0C-2A0A536548C6}"/>
              </a:ext>
            </a:extLst>
          </p:cNvPr>
          <p:cNvSpPr txBox="1"/>
          <p:nvPr/>
        </p:nvSpPr>
        <p:spPr>
          <a:xfrm>
            <a:off x="659039" y="2377199"/>
            <a:ext cx="1414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さんかしゃ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CE383C-CC0C-45C5-8E33-3EB06452810B}"/>
              </a:ext>
            </a:extLst>
          </p:cNvPr>
          <p:cNvSpPr txBox="1"/>
          <p:nvPr/>
        </p:nvSpPr>
        <p:spPr>
          <a:xfrm>
            <a:off x="3064328" y="2375487"/>
            <a:ext cx="10276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かくてい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D96B34A-45E2-4D0C-AC02-B41D272494D4}"/>
              </a:ext>
            </a:extLst>
          </p:cNvPr>
          <p:cNvSpPr txBox="1"/>
          <p:nvPr/>
        </p:nvSpPr>
        <p:spPr>
          <a:xfrm>
            <a:off x="3976363" y="2375487"/>
            <a:ext cx="1137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もうしこん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4224236-3FE5-401A-8D31-967E7BBCDAB0}"/>
              </a:ext>
            </a:extLst>
          </p:cNvPr>
          <p:cNvSpPr txBox="1"/>
          <p:nvPr/>
        </p:nvSpPr>
        <p:spPr>
          <a:xfrm>
            <a:off x="5327875" y="2375487"/>
            <a:ext cx="1149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へんこう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E14CDCA-7FC0-4596-BC2C-3565A2AE899B}"/>
              </a:ext>
            </a:extLst>
          </p:cNvPr>
          <p:cNvSpPr txBox="1"/>
          <p:nvPr/>
        </p:nvSpPr>
        <p:spPr>
          <a:xfrm>
            <a:off x="2346823" y="2789275"/>
            <a:ext cx="910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つごう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A75DECF-4271-429B-B2E1-E6A3A548AF23}"/>
              </a:ext>
            </a:extLst>
          </p:cNvPr>
          <p:cNvSpPr txBox="1"/>
          <p:nvPr/>
        </p:nvSpPr>
        <p:spPr>
          <a:xfrm>
            <a:off x="6205022" y="2830228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かしきり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AD9319-C7F3-43CD-84B9-466FEF418AE3}"/>
              </a:ext>
            </a:extLst>
          </p:cNvPr>
          <p:cNvSpPr txBox="1"/>
          <p:nvPr/>
        </p:nvSpPr>
        <p:spPr>
          <a:xfrm>
            <a:off x="3220694" y="3616851"/>
            <a:ext cx="1414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member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45F7AE3-8B1D-4477-A771-17FE9C7EA7B3}"/>
              </a:ext>
            </a:extLst>
          </p:cNvPr>
          <p:cNvSpPr txBox="1"/>
          <p:nvPr/>
        </p:nvSpPr>
        <p:spPr>
          <a:xfrm>
            <a:off x="4494438" y="3710764"/>
            <a:ext cx="1137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とうじつ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73AB26C-3127-47F3-9711-BB5847D1C697}"/>
              </a:ext>
            </a:extLst>
          </p:cNvPr>
          <p:cNvSpPr txBox="1"/>
          <p:nvPr/>
        </p:nvSpPr>
        <p:spPr>
          <a:xfrm>
            <a:off x="5113501" y="3682100"/>
            <a:ext cx="1246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しゅうごう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BF3CA43-D2C0-4939-8B34-1ED9BE342F66}"/>
              </a:ext>
            </a:extLst>
          </p:cNvPr>
          <p:cNvSpPr txBox="1"/>
          <p:nvPr/>
        </p:nvSpPr>
        <p:spPr>
          <a:xfrm>
            <a:off x="6904813" y="3649209"/>
            <a:ext cx="1137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れんらく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D7273A-EDCF-4283-A35A-2C6814C34B86}"/>
              </a:ext>
            </a:extLst>
          </p:cNvPr>
          <p:cNvSpPr txBox="1"/>
          <p:nvPr/>
        </p:nvSpPr>
        <p:spPr>
          <a:xfrm>
            <a:off x="9742812" y="3701345"/>
            <a:ext cx="1137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とうちゃく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575E8B3-E898-45EE-B544-05783B582242}"/>
              </a:ext>
            </a:extLst>
          </p:cNvPr>
          <p:cNvSpPr txBox="1"/>
          <p:nvPr/>
        </p:nvSpPr>
        <p:spPr>
          <a:xfrm>
            <a:off x="10465424" y="3649209"/>
            <a:ext cx="1414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6"/>
                </a:solidFill>
              </a:rPr>
              <a:t>へんこう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B3AB444-DD19-4EE3-8225-466E651E7B50}"/>
              </a:ext>
            </a:extLst>
          </p:cNvPr>
          <p:cNvSpPr txBox="1"/>
          <p:nvPr/>
        </p:nvSpPr>
        <p:spPr>
          <a:xfrm>
            <a:off x="1555209" y="4964082"/>
            <a:ext cx="14146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chemeClr val="accent1"/>
                </a:solidFill>
              </a:rPr>
              <a:t>めいわく</a:t>
            </a:r>
            <a:endParaRPr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9698BB8-051F-47E1-B51D-C6D3683E06D2}"/>
              </a:ext>
            </a:extLst>
          </p:cNvPr>
          <p:cNvSpPr txBox="1"/>
          <p:nvPr/>
        </p:nvSpPr>
        <p:spPr>
          <a:xfrm>
            <a:off x="4314161" y="4948693"/>
            <a:ext cx="1137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あさばん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2780746-4649-4E03-8076-5F2815780CDB}"/>
              </a:ext>
            </a:extLst>
          </p:cNvPr>
          <p:cNvSpPr txBox="1"/>
          <p:nvPr/>
        </p:nvSpPr>
        <p:spPr>
          <a:xfrm>
            <a:off x="5286308" y="4946987"/>
            <a:ext cx="72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B122B58-4BAC-490C-A0E8-D0B01B08C97A}"/>
              </a:ext>
            </a:extLst>
          </p:cNvPr>
          <p:cNvSpPr txBox="1"/>
          <p:nvPr/>
        </p:nvSpPr>
        <p:spPr>
          <a:xfrm>
            <a:off x="6285261" y="4946987"/>
            <a:ext cx="910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きおん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610341A-8BFD-4537-9B26-7F759758007B}"/>
              </a:ext>
            </a:extLst>
          </p:cNvPr>
          <p:cNvSpPr txBox="1"/>
          <p:nvPr/>
        </p:nvSpPr>
        <p:spPr>
          <a:xfrm>
            <a:off x="6944950" y="4952046"/>
            <a:ext cx="502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6"/>
                </a:solidFill>
              </a:rPr>
              <a:t>ひ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ED542D2-803D-4BDE-AA3B-3D83F070B51F}"/>
              </a:ext>
            </a:extLst>
          </p:cNvPr>
          <p:cNvSpPr txBox="1"/>
          <p:nvPr/>
        </p:nvSpPr>
        <p:spPr>
          <a:xfrm>
            <a:off x="8459670" y="4945583"/>
            <a:ext cx="1043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うわぎ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D4C1187-FAB2-4F54-9462-5FFF9D2BF75E}"/>
              </a:ext>
            </a:extLst>
          </p:cNvPr>
          <p:cNvSpPr txBox="1"/>
          <p:nvPr/>
        </p:nvSpPr>
        <p:spPr>
          <a:xfrm>
            <a:off x="9583454" y="4933547"/>
            <a:ext cx="715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D18D972-5C17-4F57-A03F-C1E3271F9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" y="524277"/>
            <a:ext cx="12047077" cy="580944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57F40DE-9223-478E-9465-E20AD1B3C1C1}"/>
              </a:ext>
            </a:extLst>
          </p:cNvPr>
          <p:cNvSpPr txBox="1"/>
          <p:nvPr/>
        </p:nvSpPr>
        <p:spPr>
          <a:xfrm>
            <a:off x="-98351" y="3201802"/>
            <a:ext cx="1002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ちいき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9545DD-6E31-4515-A80C-EFAB079499AA}"/>
              </a:ext>
            </a:extLst>
          </p:cNvPr>
          <p:cNvSpPr txBox="1"/>
          <p:nvPr/>
        </p:nvSpPr>
        <p:spPr>
          <a:xfrm>
            <a:off x="587449" y="3200398"/>
            <a:ext cx="1156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いけばな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956DC3-C3FA-4F46-B6DB-A28BBFB25B43}"/>
              </a:ext>
            </a:extLst>
          </p:cNvPr>
          <p:cNvSpPr txBox="1"/>
          <p:nvPr/>
        </p:nvSpPr>
        <p:spPr>
          <a:xfrm>
            <a:off x="2937244" y="3244334"/>
            <a:ext cx="699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るす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7D9310-A80F-49B6-A0A5-1205C1D9AE64}"/>
              </a:ext>
            </a:extLst>
          </p:cNvPr>
          <p:cNvSpPr txBox="1"/>
          <p:nvPr/>
        </p:nvSpPr>
        <p:spPr>
          <a:xfrm>
            <a:off x="7562406" y="3839756"/>
            <a:ext cx="1634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てんらんかい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99FAE8-7C17-4A26-B9E1-5702DDFED05E}"/>
              </a:ext>
            </a:extLst>
          </p:cNvPr>
          <p:cNvSpPr txBox="1"/>
          <p:nvPr/>
        </p:nvSpPr>
        <p:spPr>
          <a:xfrm>
            <a:off x="9656230" y="3806455"/>
            <a:ext cx="1002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文件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7A8352-B13E-42BB-BB03-B8F2821D067D}"/>
              </a:ext>
            </a:extLst>
          </p:cNvPr>
          <p:cNvSpPr txBox="1"/>
          <p:nvPr/>
        </p:nvSpPr>
        <p:spPr>
          <a:xfrm>
            <a:off x="11189882" y="3885922"/>
            <a:ext cx="1002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かいじょう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C4FEFA7-AEAC-412A-BA7C-E2BCB7102033}"/>
              </a:ext>
            </a:extLst>
          </p:cNvPr>
          <p:cNvSpPr txBox="1"/>
          <p:nvPr/>
        </p:nvSpPr>
        <p:spPr>
          <a:xfrm>
            <a:off x="51168" y="4496631"/>
            <a:ext cx="703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标题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CE7CC5F-DB33-4A29-A566-A6A22B7E922F}"/>
              </a:ext>
            </a:extLst>
          </p:cNvPr>
          <p:cNvSpPr txBox="1"/>
          <p:nvPr/>
        </p:nvSpPr>
        <p:spPr>
          <a:xfrm>
            <a:off x="775540" y="4496631"/>
            <a:ext cx="703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もじ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DA0D15A-4657-4316-AB1C-A13B66DAB320}"/>
              </a:ext>
            </a:extLst>
          </p:cNvPr>
          <p:cNvSpPr txBox="1"/>
          <p:nvPr/>
        </p:nvSpPr>
        <p:spPr>
          <a:xfrm>
            <a:off x="2897469" y="4496631"/>
            <a:ext cx="1355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ひとまわり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152252-42CB-4449-9278-CF29ED37CD88}"/>
              </a:ext>
            </a:extLst>
          </p:cNvPr>
          <p:cNvSpPr txBox="1"/>
          <p:nvPr/>
        </p:nvSpPr>
        <p:spPr>
          <a:xfrm>
            <a:off x="9799767" y="4496631"/>
            <a:ext cx="784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いち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EB7BB73-04EA-40F5-AE9B-2EC004A018C4}"/>
              </a:ext>
            </a:extLst>
          </p:cNvPr>
          <p:cNvSpPr txBox="1"/>
          <p:nvPr/>
        </p:nvSpPr>
        <p:spPr>
          <a:xfrm>
            <a:off x="10429354" y="4891856"/>
            <a:ext cx="879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少许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5577B7B-AE8F-4EED-8881-AF2C8A20AA36}"/>
              </a:ext>
            </a:extLst>
          </p:cNvPr>
          <p:cNvSpPr txBox="1"/>
          <p:nvPr/>
        </p:nvSpPr>
        <p:spPr>
          <a:xfrm>
            <a:off x="10754730" y="4514522"/>
            <a:ext cx="869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ひだり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ED52D73-2A2C-45F0-BBF3-68645EF0C733}"/>
              </a:ext>
            </a:extLst>
          </p:cNvPr>
          <p:cNvSpPr txBox="1"/>
          <p:nvPr/>
        </p:nvSpPr>
        <p:spPr>
          <a:xfrm>
            <a:off x="11429254" y="4522524"/>
            <a:ext cx="28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よ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BD60FEA-29EE-4CA2-A2CD-6CD664ACA791}"/>
              </a:ext>
            </a:extLst>
          </p:cNvPr>
          <p:cNvSpPr txBox="1"/>
          <p:nvPr/>
        </p:nvSpPr>
        <p:spPr>
          <a:xfrm>
            <a:off x="2162641" y="5130078"/>
            <a:ext cx="154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まんなか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C1830CF-0774-4112-9186-4ECD872C0568}"/>
              </a:ext>
            </a:extLst>
          </p:cNvPr>
          <p:cNvSpPr txBox="1"/>
          <p:nvPr/>
        </p:nvSpPr>
        <p:spPr>
          <a:xfrm>
            <a:off x="5548764" y="5152234"/>
            <a:ext cx="879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にちじ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7F8FADA-A9DB-429B-B385-16B8B0954F09}"/>
              </a:ext>
            </a:extLst>
          </p:cNvPr>
          <p:cNvSpPr txBox="1"/>
          <p:nvPr/>
        </p:nvSpPr>
        <p:spPr>
          <a:xfrm>
            <a:off x="8004544" y="5141601"/>
            <a:ext cx="83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さ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E4918A1-BAFB-4BA6-95A2-60CB453A36C8}"/>
              </a:ext>
            </a:extLst>
          </p:cNvPr>
          <p:cNvSpPr txBox="1"/>
          <p:nvPr/>
        </p:nvSpPr>
        <p:spPr>
          <a:xfrm>
            <a:off x="9427630" y="5130078"/>
            <a:ext cx="1230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ていあん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FA5994A-CD86-4F1A-92A9-8313BD72C11E}"/>
              </a:ext>
            </a:extLst>
          </p:cNvPr>
          <p:cNvSpPr txBox="1"/>
          <p:nvPr/>
        </p:nvSpPr>
        <p:spPr>
          <a:xfrm>
            <a:off x="-76201" y="5791460"/>
            <a:ext cx="979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うご</a:t>
            </a:r>
          </a:p>
        </p:txBody>
      </p:sp>
    </p:spTree>
    <p:extLst>
      <p:ext uri="{BB962C8B-B14F-4D97-AF65-F5344CB8AC3E}">
        <p14:creationId xmlns:p14="http://schemas.microsoft.com/office/powerpoint/2010/main" val="14544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CB757EB-FBB7-4189-A2AA-1B6CB896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0" y="390943"/>
            <a:ext cx="12123619" cy="607611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1839857-82D0-4E6A-B4C3-7C4C43B13872}"/>
              </a:ext>
            </a:extLst>
          </p:cNvPr>
          <p:cNvSpPr txBox="1"/>
          <p:nvPr/>
        </p:nvSpPr>
        <p:spPr>
          <a:xfrm>
            <a:off x="2049425" y="1936530"/>
            <a:ext cx="1087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きかくしょ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D75CFE-5884-4096-80F0-F81099859043}"/>
              </a:ext>
            </a:extLst>
          </p:cNvPr>
          <p:cNvSpPr txBox="1"/>
          <p:nvPr/>
        </p:nvSpPr>
        <p:spPr>
          <a:xfrm>
            <a:off x="4426167" y="1937367"/>
            <a:ext cx="693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おさ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85FEA9-188F-468E-B82C-0CEDA4F25E6D}"/>
              </a:ext>
            </a:extLst>
          </p:cNvPr>
          <p:cNvSpPr txBox="1"/>
          <p:nvPr/>
        </p:nvSpPr>
        <p:spPr>
          <a:xfrm>
            <a:off x="4994644" y="1951918"/>
            <a:ext cx="661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おとな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EE626A-7995-4521-A009-A77C6FBCA92A}"/>
              </a:ext>
            </a:extLst>
          </p:cNvPr>
          <p:cNvSpPr txBox="1"/>
          <p:nvPr/>
        </p:nvSpPr>
        <p:spPr>
          <a:xfrm>
            <a:off x="241891" y="3244333"/>
            <a:ext cx="73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はこ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16743C-D810-442A-9EC8-9EF3D892170A}"/>
              </a:ext>
            </a:extLst>
          </p:cNvPr>
          <p:cNvSpPr txBox="1"/>
          <p:nvPr/>
        </p:nvSpPr>
        <p:spPr>
          <a:xfrm>
            <a:off x="1432737" y="3317356"/>
            <a:ext cx="12254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こうきゅうかん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7B0EEA-0054-4E98-9968-877FCE860E8F}"/>
              </a:ext>
            </a:extLst>
          </p:cNvPr>
          <p:cNvSpPr txBox="1"/>
          <p:nvPr/>
        </p:nvSpPr>
        <p:spPr>
          <a:xfrm>
            <a:off x="2400300" y="3263495"/>
            <a:ext cx="73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ADD690-2B5D-479C-9151-28617A200A57}"/>
              </a:ext>
            </a:extLst>
          </p:cNvPr>
          <p:cNvSpPr txBox="1"/>
          <p:nvPr/>
        </p:nvSpPr>
        <p:spPr>
          <a:xfrm>
            <a:off x="3344306" y="3263495"/>
            <a:ext cx="1031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ねら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AD0B75-1175-4C55-AAC7-40A822821BC0}"/>
              </a:ext>
            </a:extLst>
          </p:cNvPr>
          <p:cNvSpPr txBox="1"/>
          <p:nvPr/>
        </p:nvSpPr>
        <p:spPr>
          <a:xfrm>
            <a:off x="610043" y="3667526"/>
            <a:ext cx="1225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はんばい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C6A504-5631-4F6E-B5DE-E107E4B8762D}"/>
              </a:ext>
            </a:extLst>
          </p:cNvPr>
          <p:cNvSpPr txBox="1"/>
          <p:nvPr/>
        </p:nvSpPr>
        <p:spPr>
          <a:xfrm>
            <a:off x="2411299" y="3693114"/>
            <a:ext cx="1544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せってい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2F2C36-5CF8-43CC-8BD6-D5AAD1E53F09}"/>
              </a:ext>
            </a:extLst>
          </p:cNvPr>
          <p:cNvSpPr txBox="1"/>
          <p:nvPr/>
        </p:nvSpPr>
        <p:spPr>
          <a:xfrm>
            <a:off x="2071055" y="4170597"/>
            <a:ext cx="1544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みせのたな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5ED79D-DBDC-4B5D-8CA6-4D6C953D9F6F}"/>
              </a:ext>
            </a:extLst>
          </p:cNvPr>
          <p:cNvSpPr txBox="1"/>
          <p:nvPr/>
        </p:nvSpPr>
        <p:spPr>
          <a:xfrm>
            <a:off x="3700128" y="4201374"/>
            <a:ext cx="1807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しょうひしゃ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C7000B5-5DC7-445E-9C9E-07B45CE01412}"/>
              </a:ext>
            </a:extLst>
          </p:cNvPr>
          <p:cNvSpPr txBox="1"/>
          <p:nvPr/>
        </p:nvSpPr>
        <p:spPr>
          <a:xfrm>
            <a:off x="4994644" y="4169746"/>
            <a:ext cx="513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D61D803-1D39-44AA-8F47-60203B417965}"/>
              </a:ext>
            </a:extLst>
          </p:cNvPr>
          <p:cNvSpPr txBox="1"/>
          <p:nvPr/>
        </p:nvSpPr>
        <p:spPr>
          <a:xfrm>
            <a:off x="8059843" y="4139819"/>
            <a:ext cx="1031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めだつ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562E5E4-FD9A-42C0-B80D-EE86CF95E948}"/>
              </a:ext>
            </a:extLst>
          </p:cNvPr>
          <p:cNvSpPr txBox="1"/>
          <p:nvPr/>
        </p:nvSpPr>
        <p:spPr>
          <a:xfrm>
            <a:off x="1800293" y="5126251"/>
            <a:ext cx="15440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ちょうせい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B9C1239-4AA7-4B01-8A25-0020DB0F05EB}"/>
              </a:ext>
            </a:extLst>
          </p:cNvPr>
          <p:cNvSpPr txBox="1"/>
          <p:nvPr/>
        </p:nvSpPr>
        <p:spPr>
          <a:xfrm>
            <a:off x="5325583" y="5033918"/>
            <a:ext cx="990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してき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8D2C464-42D0-40DC-B884-DF4E4D765EF2}"/>
              </a:ext>
            </a:extLst>
          </p:cNvPr>
          <p:cNvSpPr txBox="1"/>
          <p:nvPr/>
        </p:nvSpPr>
        <p:spPr>
          <a:xfrm>
            <a:off x="6315740" y="5126251"/>
            <a:ext cx="14031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しゅうせい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F236009-55EA-4B68-ABF7-1D55259FDE46}"/>
              </a:ext>
            </a:extLst>
          </p:cNvPr>
          <p:cNvSpPr txBox="1"/>
          <p:nvPr/>
        </p:nvSpPr>
        <p:spPr>
          <a:xfrm>
            <a:off x="1326778" y="5500060"/>
            <a:ext cx="1544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じゅうぶん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148757-00C3-49A9-A595-4C2C722C2CC0}"/>
              </a:ext>
            </a:extLst>
          </p:cNvPr>
          <p:cNvSpPr txBox="1"/>
          <p:nvPr/>
        </p:nvSpPr>
        <p:spPr>
          <a:xfrm>
            <a:off x="6854289" y="1494868"/>
            <a:ext cx="10313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へんこう</a:t>
            </a:r>
          </a:p>
        </p:txBody>
      </p:sp>
    </p:spTree>
    <p:extLst>
      <p:ext uri="{BB962C8B-B14F-4D97-AF65-F5344CB8AC3E}">
        <p14:creationId xmlns:p14="http://schemas.microsoft.com/office/powerpoint/2010/main" val="2795448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E95F915-D2FD-4B9C-A636-2E6EE7384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729"/>
            <a:ext cx="12192000" cy="62445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1C332B7-9F93-4DB3-AF89-77240E472D03}"/>
              </a:ext>
            </a:extLst>
          </p:cNvPr>
          <p:cNvSpPr txBox="1"/>
          <p:nvPr/>
        </p:nvSpPr>
        <p:spPr>
          <a:xfrm>
            <a:off x="1135027" y="1925898"/>
            <a:ext cx="1140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たしか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820FA9-B986-472A-9BF8-A6C191757D58}"/>
              </a:ext>
            </a:extLst>
          </p:cNvPr>
          <p:cNvSpPr txBox="1"/>
          <p:nvPr/>
        </p:nvSpPr>
        <p:spPr>
          <a:xfrm>
            <a:off x="1427420" y="2313985"/>
            <a:ext cx="1140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きんぎょ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78ECE5-229F-4B06-85AC-C98F1FD5C88F}"/>
              </a:ext>
            </a:extLst>
          </p:cNvPr>
          <p:cNvSpPr txBox="1"/>
          <p:nvPr/>
        </p:nvSpPr>
        <p:spPr>
          <a:xfrm>
            <a:off x="1965692" y="1863221"/>
            <a:ext cx="511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2F5F3D-B598-4BB2-A14E-AC21AD54DEA9}"/>
              </a:ext>
            </a:extLst>
          </p:cNvPr>
          <p:cNvSpPr txBox="1"/>
          <p:nvPr/>
        </p:nvSpPr>
        <p:spPr>
          <a:xfrm>
            <a:off x="6334346" y="2819032"/>
            <a:ext cx="72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よご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8E4573-CED4-44CE-A31C-9B9ABBCA49D4}"/>
              </a:ext>
            </a:extLst>
          </p:cNvPr>
          <p:cNvSpPr txBox="1"/>
          <p:nvPr/>
        </p:nvSpPr>
        <p:spPr>
          <a:xfrm>
            <a:off x="3881769" y="3715711"/>
            <a:ext cx="72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よご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18E94F-0E02-4CD9-A720-115CAFC0E29A}"/>
              </a:ext>
            </a:extLst>
          </p:cNvPr>
          <p:cNvSpPr txBox="1"/>
          <p:nvPr/>
        </p:nvSpPr>
        <p:spPr>
          <a:xfrm>
            <a:off x="7741388" y="4640743"/>
            <a:ext cx="72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よご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3D60EF-7935-44FA-B99E-23A32CE85F40}"/>
              </a:ext>
            </a:extLst>
          </p:cNvPr>
          <p:cNvSpPr txBox="1"/>
          <p:nvPr/>
        </p:nvSpPr>
        <p:spPr>
          <a:xfrm>
            <a:off x="236574" y="3729340"/>
            <a:ext cx="72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みず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B77CC6-CCED-4993-99E2-9CDAF479E979}"/>
              </a:ext>
            </a:extLst>
          </p:cNvPr>
          <p:cNvSpPr txBox="1"/>
          <p:nvPr/>
        </p:nvSpPr>
        <p:spPr>
          <a:xfrm>
            <a:off x="962246" y="3729340"/>
            <a:ext cx="855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C2490B-C87F-4DF1-8CE7-1D894BB334F1}"/>
              </a:ext>
            </a:extLst>
          </p:cNvPr>
          <p:cNvSpPr txBox="1"/>
          <p:nvPr/>
        </p:nvSpPr>
        <p:spPr>
          <a:xfrm>
            <a:off x="730989" y="2795719"/>
            <a:ext cx="855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にか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DA055D-FD27-40CE-956A-87DD0E262165}"/>
              </a:ext>
            </a:extLst>
          </p:cNvPr>
          <p:cNvSpPr txBox="1"/>
          <p:nvPr/>
        </p:nvSpPr>
        <p:spPr>
          <a:xfrm>
            <a:off x="4781993" y="5115664"/>
            <a:ext cx="91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えさ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F555D0-C05D-4B64-AE0F-182C01A4EB90}"/>
              </a:ext>
            </a:extLst>
          </p:cNvPr>
          <p:cNvSpPr txBox="1"/>
          <p:nvPr/>
        </p:nvSpPr>
        <p:spPr>
          <a:xfrm>
            <a:off x="1427420" y="4640743"/>
            <a:ext cx="91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えさ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0384DD3-B6B8-492E-AE7C-61821BB46F3A}"/>
              </a:ext>
            </a:extLst>
          </p:cNvPr>
          <p:cNvSpPr txBox="1"/>
          <p:nvPr/>
        </p:nvSpPr>
        <p:spPr>
          <a:xfrm>
            <a:off x="1733107" y="5010954"/>
            <a:ext cx="1254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りょう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86CBDDF-396B-4B17-AEDD-6D4B7520850A}"/>
              </a:ext>
            </a:extLst>
          </p:cNvPr>
          <p:cNvSpPr txBox="1"/>
          <p:nvPr/>
        </p:nvSpPr>
        <p:spPr>
          <a:xfrm>
            <a:off x="3293436" y="4639339"/>
            <a:ext cx="91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ひあ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5F2164-8E4C-4399-A484-7044375852B3}"/>
              </a:ext>
            </a:extLst>
          </p:cNvPr>
          <p:cNvSpPr txBox="1"/>
          <p:nvPr/>
        </p:nvSpPr>
        <p:spPr>
          <a:xfrm>
            <a:off x="8152958" y="5032220"/>
            <a:ext cx="1558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えいきょう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B32DA47-3CC2-407C-8D68-62A195C83BA2}"/>
              </a:ext>
            </a:extLst>
          </p:cNvPr>
          <p:cNvSpPr txBox="1"/>
          <p:nvPr/>
        </p:nvSpPr>
        <p:spPr>
          <a:xfrm>
            <a:off x="6697182" y="5044257"/>
            <a:ext cx="72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とお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174660B-17C2-483F-B605-E1C62DC8F425}"/>
              </a:ext>
            </a:extLst>
          </p:cNvPr>
          <p:cNvSpPr txBox="1"/>
          <p:nvPr/>
        </p:nvSpPr>
        <p:spPr>
          <a:xfrm>
            <a:off x="835983" y="5552146"/>
            <a:ext cx="116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げんかん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62787F-41B9-4E53-A64B-F83BE69C6020}"/>
              </a:ext>
            </a:extLst>
          </p:cNvPr>
          <p:cNvSpPr txBox="1"/>
          <p:nvPr/>
        </p:nvSpPr>
        <p:spPr>
          <a:xfrm>
            <a:off x="6217389" y="5552146"/>
            <a:ext cx="72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すく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92378EB-52DF-4212-9DAF-2304837CD0F4}"/>
              </a:ext>
            </a:extLst>
          </p:cNvPr>
          <p:cNvSpPr txBox="1"/>
          <p:nvPr/>
        </p:nvSpPr>
        <p:spPr>
          <a:xfrm>
            <a:off x="8283649" y="5484996"/>
            <a:ext cx="72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すく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40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19B88C8-488F-4F26-BAD1-4F601D6F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5" y="504547"/>
            <a:ext cx="12064409" cy="584890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0208B6C-A0D3-4A97-B46E-51B2F49547B5}"/>
              </a:ext>
            </a:extLst>
          </p:cNvPr>
          <p:cNvSpPr txBox="1"/>
          <p:nvPr/>
        </p:nvSpPr>
        <p:spPr>
          <a:xfrm>
            <a:off x="220625" y="1925896"/>
            <a:ext cx="1331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なかやま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2A25CC-9E05-4AE3-B339-28DF77691621}"/>
              </a:ext>
            </a:extLst>
          </p:cNvPr>
          <p:cNvSpPr txBox="1"/>
          <p:nvPr/>
        </p:nvSpPr>
        <p:spPr>
          <a:xfrm>
            <a:off x="886489" y="2295228"/>
            <a:ext cx="1608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しんせいひん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7B7D9E-F3A9-4181-AC32-9124D0529D39}"/>
              </a:ext>
            </a:extLst>
          </p:cNvPr>
          <p:cNvSpPr txBox="1"/>
          <p:nvPr/>
        </p:nvSpPr>
        <p:spPr>
          <a:xfrm>
            <a:off x="1709183" y="1925896"/>
            <a:ext cx="1703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せんたくき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022903-2AFA-4E3A-B77E-AAA69E5063C0}"/>
              </a:ext>
            </a:extLst>
          </p:cNvPr>
          <p:cNvSpPr txBox="1"/>
          <p:nvPr/>
        </p:nvSpPr>
        <p:spPr>
          <a:xfrm>
            <a:off x="1858039" y="2848404"/>
            <a:ext cx="1087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しょうさい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484C11-2872-460A-935E-F839F0FDBB53}"/>
              </a:ext>
            </a:extLst>
          </p:cNvPr>
          <p:cNvSpPr txBox="1"/>
          <p:nvPr/>
        </p:nvSpPr>
        <p:spPr>
          <a:xfrm>
            <a:off x="2401629" y="3217736"/>
            <a:ext cx="1181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とりあつかい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5606E4-219F-4ADC-8976-95B9ACF1767B}"/>
              </a:ext>
            </a:extLst>
          </p:cNvPr>
          <p:cNvSpPr txBox="1"/>
          <p:nvPr/>
        </p:nvSpPr>
        <p:spPr>
          <a:xfrm>
            <a:off x="2786395" y="2848404"/>
            <a:ext cx="1181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せつめいしょ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83B9D1-AB7A-4B8E-AF0E-36A7C64744BF}"/>
              </a:ext>
            </a:extLst>
          </p:cNvPr>
          <p:cNvSpPr txBox="1"/>
          <p:nvPr/>
        </p:nvSpPr>
        <p:spPr>
          <a:xfrm>
            <a:off x="3466214" y="3186958"/>
            <a:ext cx="130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かんたん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0E588C-389C-41E2-A187-719D0F1A7A49}"/>
              </a:ext>
            </a:extLst>
          </p:cNvPr>
          <p:cNvSpPr txBox="1"/>
          <p:nvPr/>
        </p:nvSpPr>
        <p:spPr>
          <a:xfrm>
            <a:off x="3976466" y="2755210"/>
            <a:ext cx="919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かんい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64629AD-6EFD-4575-9A44-147764BE3456}"/>
              </a:ext>
            </a:extLst>
          </p:cNvPr>
          <p:cNvSpPr txBox="1"/>
          <p:nvPr/>
        </p:nvSpPr>
        <p:spPr>
          <a:xfrm>
            <a:off x="5188077" y="2786849"/>
            <a:ext cx="181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いんさつぶつ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E43667-38A6-4F6C-8BA3-CCB98331595F}"/>
              </a:ext>
            </a:extLst>
          </p:cNvPr>
          <p:cNvSpPr txBox="1"/>
          <p:nvPr/>
        </p:nvSpPr>
        <p:spPr>
          <a:xfrm>
            <a:off x="8249311" y="2805590"/>
            <a:ext cx="1586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つかいかた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A7D4BBE-5C2D-488C-886C-EF936D56F8C6}"/>
              </a:ext>
            </a:extLst>
          </p:cNvPr>
          <p:cNvSpPr txBox="1"/>
          <p:nvPr/>
        </p:nvSpPr>
        <p:spPr>
          <a:xfrm>
            <a:off x="2666113" y="3677718"/>
            <a:ext cx="1181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もんだい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5892AEE-44BE-481D-827B-FE767C79C75B}"/>
              </a:ext>
            </a:extLst>
          </p:cNvPr>
          <p:cNvSpPr txBox="1"/>
          <p:nvPr/>
        </p:nvSpPr>
        <p:spPr>
          <a:xfrm>
            <a:off x="5621965" y="3672101"/>
            <a:ext cx="672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もじ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944DEEC-BEC8-4DAA-94B5-F6EF3C222CED}"/>
              </a:ext>
            </a:extLst>
          </p:cNvPr>
          <p:cNvSpPr txBox="1"/>
          <p:nvPr/>
        </p:nvSpPr>
        <p:spPr>
          <a:xfrm>
            <a:off x="1964365" y="4519009"/>
            <a:ext cx="701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え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6EC66D-1682-4FFB-B09D-C50ED9B0E11A}"/>
              </a:ext>
            </a:extLst>
          </p:cNvPr>
          <p:cNvSpPr txBox="1"/>
          <p:nvPr/>
        </p:nvSpPr>
        <p:spPr>
          <a:xfrm>
            <a:off x="4129863" y="4528238"/>
            <a:ext cx="1133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かんけつ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254E6F3-790B-4A1D-9C01-76F2146B86DC}"/>
              </a:ext>
            </a:extLst>
          </p:cNvPr>
          <p:cNvSpPr txBox="1"/>
          <p:nvPr/>
        </p:nvSpPr>
        <p:spPr>
          <a:xfrm>
            <a:off x="5015910" y="4990107"/>
            <a:ext cx="89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どうが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FE74E20-9227-49E8-834A-2FF80E7EE9A4}"/>
              </a:ext>
            </a:extLst>
          </p:cNvPr>
          <p:cNvSpPr txBox="1"/>
          <p:nvPr/>
        </p:nvSpPr>
        <p:spPr>
          <a:xfrm>
            <a:off x="5621965" y="4557353"/>
            <a:ext cx="1381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せんざい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7C0F70B-5F4E-436B-B767-06E944149DC7}"/>
              </a:ext>
            </a:extLst>
          </p:cNvPr>
          <p:cNvSpPr txBox="1"/>
          <p:nvPr/>
        </p:nvSpPr>
        <p:spPr>
          <a:xfrm>
            <a:off x="999350" y="5436230"/>
            <a:ext cx="1036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よけい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D9CE317-CB99-4A1C-9017-5AFD8C93428E}"/>
              </a:ext>
            </a:extLst>
          </p:cNvPr>
          <p:cNvSpPr txBox="1"/>
          <p:nvPr/>
        </p:nvSpPr>
        <p:spPr>
          <a:xfrm>
            <a:off x="2218657" y="5424294"/>
            <a:ext cx="75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はぶ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369422-39C7-49EF-AFD0-51D19A7CEE42}"/>
              </a:ext>
            </a:extLst>
          </p:cNvPr>
          <p:cNvSpPr txBox="1"/>
          <p:nvPr/>
        </p:nvSpPr>
        <p:spPr>
          <a:xfrm>
            <a:off x="6030432" y="5397412"/>
            <a:ext cx="973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じまく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7B0F7FF-BE8E-451F-BB4D-A6C27E01B650}"/>
              </a:ext>
            </a:extLst>
          </p:cNvPr>
          <p:cNvSpPr txBox="1"/>
          <p:nvPr/>
        </p:nvSpPr>
        <p:spPr>
          <a:xfrm>
            <a:off x="6465509" y="5836603"/>
            <a:ext cx="1381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ふくすう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ED641B-2A5E-4D6C-AAFB-A34E50F6C3F8}"/>
              </a:ext>
            </a:extLst>
          </p:cNvPr>
          <p:cNvSpPr txBox="1"/>
          <p:nvPr/>
        </p:nvSpPr>
        <p:spPr>
          <a:xfrm>
            <a:off x="7003921" y="5424294"/>
            <a:ext cx="99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げんご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855018D-6E0A-4AB8-AA01-2AAF00C1BEEE}"/>
              </a:ext>
            </a:extLst>
          </p:cNvPr>
          <p:cNvSpPr txBox="1"/>
          <p:nvPr/>
        </p:nvSpPr>
        <p:spPr>
          <a:xfrm>
            <a:off x="7503346" y="5863485"/>
            <a:ext cx="1211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たいおう</a:t>
            </a:r>
          </a:p>
        </p:txBody>
      </p:sp>
    </p:spTree>
    <p:extLst>
      <p:ext uri="{BB962C8B-B14F-4D97-AF65-F5344CB8AC3E}">
        <p14:creationId xmlns:p14="http://schemas.microsoft.com/office/powerpoint/2010/main" val="273303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2626CC7-24EB-4367-82A4-D58759F38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" y="587106"/>
            <a:ext cx="11445240" cy="56837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5AEA63A-0EAE-414B-8E6F-FDA4531BE6E8}"/>
              </a:ext>
            </a:extLst>
          </p:cNvPr>
          <p:cNvSpPr txBox="1"/>
          <p:nvPr/>
        </p:nvSpPr>
        <p:spPr>
          <a:xfrm>
            <a:off x="1060597" y="27871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おんがく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2C6F6A-C8C9-433C-8F8A-B4DFDE4BF47C}"/>
              </a:ext>
            </a:extLst>
          </p:cNvPr>
          <p:cNvSpPr txBox="1"/>
          <p:nvPr/>
        </p:nvSpPr>
        <p:spPr>
          <a:xfrm>
            <a:off x="1539063" y="3156466"/>
            <a:ext cx="1640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えいぞう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0854C1-844F-4594-9197-F71D604439FB}"/>
              </a:ext>
            </a:extLst>
          </p:cNvPr>
          <p:cNvSpPr txBox="1"/>
          <p:nvPr/>
        </p:nvSpPr>
        <p:spPr>
          <a:xfrm>
            <a:off x="1644059" y="3416963"/>
            <a:ext cx="715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なが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BDF301-6FD0-4C32-B734-13BEDE0CF1AB}"/>
              </a:ext>
            </a:extLst>
          </p:cNvPr>
          <p:cNvSpPr txBox="1"/>
          <p:nvPr/>
        </p:nvSpPr>
        <p:spPr>
          <a:xfrm>
            <a:off x="4941481" y="3352869"/>
            <a:ext cx="959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な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E6A602-DF26-4EBC-9304-043670D14B39}"/>
              </a:ext>
            </a:extLst>
          </p:cNvPr>
          <p:cNvSpPr txBox="1"/>
          <p:nvPr/>
        </p:nvSpPr>
        <p:spPr>
          <a:xfrm>
            <a:off x="7183621" y="3360993"/>
            <a:ext cx="959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ゆうひ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D6E28C-684C-408D-B9EB-A81C3AD328C2}"/>
              </a:ext>
            </a:extLst>
          </p:cNvPr>
          <p:cNvSpPr txBox="1"/>
          <p:nvPr/>
        </p:nvSpPr>
        <p:spPr>
          <a:xfrm>
            <a:off x="2852183" y="3975015"/>
            <a:ext cx="1124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げんさく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D0DCD2-B19A-414D-8988-3FD2825FAC85}"/>
              </a:ext>
            </a:extLst>
          </p:cNvPr>
          <p:cNvSpPr txBox="1"/>
          <p:nvPr/>
        </p:nvSpPr>
        <p:spPr>
          <a:xfrm>
            <a:off x="3366534" y="4364208"/>
            <a:ext cx="1333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しょうせつ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2EA4A4-D425-441B-BF07-781794AA7AF3}"/>
              </a:ext>
            </a:extLst>
          </p:cNvPr>
          <p:cNvSpPr txBox="1"/>
          <p:nvPr/>
        </p:nvSpPr>
        <p:spPr>
          <a:xfrm>
            <a:off x="8981853" y="39750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しゅじんこう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ADCEFF-A417-4825-9EFB-01D4A26ADB0A}"/>
              </a:ext>
            </a:extLst>
          </p:cNvPr>
          <p:cNvSpPr txBox="1"/>
          <p:nvPr/>
        </p:nvSpPr>
        <p:spPr>
          <a:xfrm>
            <a:off x="9776637" y="4364208"/>
            <a:ext cx="1333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あかるい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84159B-3EA5-4BB4-945C-BE9C619BE4E7}"/>
              </a:ext>
            </a:extLst>
          </p:cNvPr>
          <p:cNvSpPr txBox="1"/>
          <p:nvPr/>
        </p:nvSpPr>
        <p:spPr>
          <a:xfrm>
            <a:off x="10329530" y="3975015"/>
            <a:ext cx="1124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みらい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3C831A-451A-40E3-B085-EDC5E32D8D88}"/>
              </a:ext>
            </a:extLst>
          </p:cNvPr>
          <p:cNvSpPr txBox="1"/>
          <p:nvPr/>
        </p:nvSpPr>
        <p:spPr>
          <a:xfrm>
            <a:off x="10901562" y="4353576"/>
            <a:ext cx="930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よかん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7647C2-0ACF-46B3-8CC5-D6A0CE0E184B}"/>
              </a:ext>
            </a:extLst>
          </p:cNvPr>
          <p:cNvSpPr txBox="1"/>
          <p:nvPr/>
        </p:nvSpPr>
        <p:spPr>
          <a:xfrm>
            <a:off x="2131828" y="5098881"/>
            <a:ext cx="753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しゅやく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705723F-43C1-4698-BF64-D7D20CEE0336}"/>
              </a:ext>
            </a:extLst>
          </p:cNvPr>
          <p:cNvSpPr txBox="1"/>
          <p:nvPr/>
        </p:nvSpPr>
        <p:spPr>
          <a:xfrm>
            <a:off x="5034517" y="5050735"/>
            <a:ext cx="753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えんぎりょく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98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E7F12DF-4037-4349-99EE-F2E5DE693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8" y="929527"/>
            <a:ext cx="11523963" cy="499894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15B1EE0-DA9C-4841-AE23-EA9ABA0B771E}"/>
              </a:ext>
            </a:extLst>
          </p:cNvPr>
          <p:cNvSpPr txBox="1"/>
          <p:nvPr/>
        </p:nvSpPr>
        <p:spPr>
          <a:xfrm>
            <a:off x="2262077" y="3059668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じっけん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CF2008-AA4A-488B-8C58-B8040163D73E}"/>
              </a:ext>
            </a:extLst>
          </p:cNvPr>
          <p:cNvSpPr txBox="1"/>
          <p:nvPr/>
        </p:nvSpPr>
        <p:spPr>
          <a:xfrm>
            <a:off x="2729909" y="3542046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きょうりょく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0C2065-4B1D-45BA-94A4-D72A4466C8C4}"/>
              </a:ext>
            </a:extLst>
          </p:cNvPr>
          <p:cNvSpPr txBox="1"/>
          <p:nvPr/>
        </p:nvSpPr>
        <p:spPr>
          <a:xfrm>
            <a:off x="6663956" y="3079529"/>
            <a:ext cx="140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にんげん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96D620-C5F9-4D0A-AB1C-31D26E43A50F}"/>
              </a:ext>
            </a:extLst>
          </p:cNvPr>
          <p:cNvSpPr txBox="1"/>
          <p:nvPr/>
        </p:nvSpPr>
        <p:spPr>
          <a:xfrm>
            <a:off x="7309002" y="3487478"/>
            <a:ext cx="938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のう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158784-65F3-4EB2-A956-72C35492BFDD}"/>
              </a:ext>
            </a:extLst>
          </p:cNvPr>
          <p:cNvSpPr txBox="1"/>
          <p:nvPr/>
        </p:nvSpPr>
        <p:spPr>
          <a:xfrm>
            <a:off x="7661205" y="3059668"/>
            <a:ext cx="117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うんどう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10407B-D3E4-4F54-BE94-0D951889A356}"/>
              </a:ext>
            </a:extLst>
          </p:cNvPr>
          <p:cNvSpPr txBox="1"/>
          <p:nvPr/>
        </p:nvSpPr>
        <p:spPr>
          <a:xfrm>
            <a:off x="7982393" y="3507339"/>
            <a:ext cx="1108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きのう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AACFD7-A3DE-46BA-B68E-F73DD0B04CF5}"/>
              </a:ext>
            </a:extLst>
          </p:cNvPr>
          <p:cNvSpPr txBox="1"/>
          <p:nvPr/>
        </p:nvSpPr>
        <p:spPr>
          <a:xfrm>
            <a:off x="8595114" y="3059668"/>
            <a:ext cx="1235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かんけい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E1045DF-CC8F-477B-94AD-F9751DDAADF4}"/>
              </a:ext>
            </a:extLst>
          </p:cNvPr>
          <p:cNvSpPr txBox="1"/>
          <p:nvPr/>
        </p:nvSpPr>
        <p:spPr>
          <a:xfrm>
            <a:off x="6164018" y="3835545"/>
            <a:ext cx="84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ていど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3C0E2D-3085-4A3C-A361-80A5C705A5A4}"/>
              </a:ext>
            </a:extLst>
          </p:cNvPr>
          <p:cNvSpPr txBox="1"/>
          <p:nvPr/>
        </p:nvSpPr>
        <p:spPr>
          <a:xfrm>
            <a:off x="6585437" y="4239702"/>
            <a:ext cx="10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えいぞう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E81F44-48EE-4618-B09A-4D8D0517EAC6}"/>
              </a:ext>
            </a:extLst>
          </p:cNvPr>
          <p:cNvSpPr txBox="1"/>
          <p:nvPr/>
        </p:nvSpPr>
        <p:spPr>
          <a:xfrm>
            <a:off x="7635402" y="3835545"/>
            <a:ext cx="1143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しつもん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5FEEE8-EAAC-475E-9EA2-03C56B767C57}"/>
              </a:ext>
            </a:extLst>
          </p:cNvPr>
          <p:cNvSpPr txBox="1"/>
          <p:nvPr/>
        </p:nvSpPr>
        <p:spPr>
          <a:xfrm>
            <a:off x="9274041" y="3835545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じっけん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BD444D-D8E2-4A4A-A217-8FE7B60D3580}"/>
              </a:ext>
            </a:extLst>
          </p:cNvPr>
          <p:cNvSpPr txBox="1"/>
          <p:nvPr/>
        </p:nvSpPr>
        <p:spPr>
          <a:xfrm>
            <a:off x="10220471" y="3835545"/>
            <a:ext cx="649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はし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ACFA5B-2EB2-4266-B7C9-2D0FCAFB3131}"/>
              </a:ext>
            </a:extLst>
          </p:cNvPr>
          <p:cNvSpPr txBox="1"/>
          <p:nvPr/>
        </p:nvSpPr>
        <p:spPr>
          <a:xfrm>
            <a:off x="2109571" y="4583707"/>
            <a:ext cx="620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53AF2B-6F09-449F-B471-CE57222884CD}"/>
              </a:ext>
            </a:extLst>
          </p:cNvPr>
          <p:cNvSpPr txBox="1"/>
          <p:nvPr/>
        </p:nvSpPr>
        <p:spPr>
          <a:xfrm>
            <a:off x="2670879" y="459156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けんきゅうしつ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20570E5-7143-400D-A0B2-1456970A2EF8}"/>
              </a:ext>
            </a:extLst>
          </p:cNvPr>
          <p:cNvSpPr txBox="1"/>
          <p:nvPr/>
        </p:nvSpPr>
        <p:spPr>
          <a:xfrm>
            <a:off x="8684142" y="458103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きょうりょく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07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DCBA7DF-E449-42A0-9DE1-408A04614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" y="556137"/>
            <a:ext cx="11498580" cy="57457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D7CCD62-EBA1-4242-B932-75D92CC78BC4}"/>
              </a:ext>
            </a:extLst>
          </p:cNvPr>
          <p:cNvSpPr txBox="1"/>
          <p:nvPr/>
        </p:nvSpPr>
        <p:spPr>
          <a:xfrm>
            <a:off x="2623583" y="2127915"/>
            <a:ext cx="1512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せんもん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1AC723-2587-4467-AFED-D1EAD1D4289F}"/>
              </a:ext>
            </a:extLst>
          </p:cNvPr>
          <p:cNvSpPr txBox="1"/>
          <p:nvPr/>
        </p:nvSpPr>
        <p:spPr>
          <a:xfrm>
            <a:off x="4898951" y="2680808"/>
            <a:ext cx="789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ちしき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23CDB3-BDA0-4069-9B40-370CDAB1AE3E}"/>
              </a:ext>
            </a:extLst>
          </p:cNvPr>
          <p:cNvSpPr txBox="1"/>
          <p:nvPr/>
        </p:nvSpPr>
        <p:spPr>
          <a:xfrm>
            <a:off x="1326411" y="315927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きょうみ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0B8C5A-B29D-4F07-9555-AEF14FCD8490}"/>
              </a:ext>
            </a:extLst>
          </p:cNvPr>
          <p:cNvSpPr txBox="1"/>
          <p:nvPr/>
        </p:nvSpPr>
        <p:spPr>
          <a:xfrm>
            <a:off x="4136064" y="373299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こうほ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F215B6-82CF-434C-850F-77764DC621F1}"/>
              </a:ext>
            </a:extLst>
          </p:cNvPr>
          <p:cNvSpPr txBox="1"/>
          <p:nvPr/>
        </p:nvSpPr>
        <p:spPr>
          <a:xfrm>
            <a:off x="6194793" y="3731592"/>
            <a:ext cx="198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しょうにんずうせい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4E5ECD-18AD-417E-BA3A-4A663AE6D9F5}"/>
              </a:ext>
            </a:extLst>
          </p:cNvPr>
          <p:cNvSpPr txBox="1"/>
          <p:nvPr/>
        </p:nvSpPr>
        <p:spPr>
          <a:xfrm>
            <a:off x="8330919" y="3731592"/>
            <a:ext cx="1299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ていねい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AE24B43-CE7B-4FEC-A7ED-16AC91C5A6D7}"/>
              </a:ext>
            </a:extLst>
          </p:cNvPr>
          <p:cNvSpPr txBox="1"/>
          <p:nvPr/>
        </p:nvSpPr>
        <p:spPr>
          <a:xfrm>
            <a:off x="8980834" y="4120648"/>
            <a:ext cx="906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しどう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ACF209-9A46-41DB-B43E-80001101C368}"/>
              </a:ext>
            </a:extLst>
          </p:cNvPr>
          <p:cNvSpPr txBox="1"/>
          <p:nvPr/>
        </p:nvSpPr>
        <p:spPr>
          <a:xfrm>
            <a:off x="10555473" y="3648371"/>
            <a:ext cx="198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じゅぎょうりょう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B886E3-5466-40B0-8AEA-E7E8A1149DDE}"/>
              </a:ext>
            </a:extLst>
          </p:cNvPr>
          <p:cNvSpPr txBox="1"/>
          <p:nvPr/>
        </p:nvSpPr>
        <p:spPr>
          <a:xfrm>
            <a:off x="2962054" y="4223936"/>
            <a:ext cx="6267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かち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5C5025-8E68-4E47-AAEB-3669346A7BB1}"/>
              </a:ext>
            </a:extLst>
          </p:cNvPr>
          <p:cNvSpPr txBox="1"/>
          <p:nvPr/>
        </p:nvSpPr>
        <p:spPr>
          <a:xfrm>
            <a:off x="1624124" y="4770555"/>
            <a:ext cx="6267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かんけい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D7D53F3-AAB6-4C6E-907D-4523FEA5B7F7}"/>
              </a:ext>
            </a:extLst>
          </p:cNvPr>
          <p:cNvSpPr txBox="1"/>
          <p:nvPr/>
        </p:nvSpPr>
        <p:spPr>
          <a:xfrm>
            <a:off x="2293975" y="5139887"/>
            <a:ext cx="6267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しかく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5F7089B-9154-4DA1-873B-EC36E91CD8C9}"/>
              </a:ext>
            </a:extLst>
          </p:cNvPr>
          <p:cNvSpPr txBox="1"/>
          <p:nvPr/>
        </p:nvSpPr>
        <p:spPr>
          <a:xfrm>
            <a:off x="3740003" y="5283945"/>
            <a:ext cx="6267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しかく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3EE1B4-4894-42C1-A9EE-4589D35F19D8}"/>
              </a:ext>
            </a:extLst>
          </p:cNvPr>
          <p:cNvSpPr txBox="1"/>
          <p:nvPr/>
        </p:nvSpPr>
        <p:spPr>
          <a:xfrm>
            <a:off x="6653324" y="5259652"/>
            <a:ext cx="6267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ごうかくりつ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328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652D754-3A23-4C76-B866-5FBBF59B3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876554"/>
            <a:ext cx="11780520" cy="51048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2E472B6-A131-46D1-8BFB-E4C8EFD7B397}"/>
              </a:ext>
            </a:extLst>
          </p:cNvPr>
          <p:cNvSpPr txBox="1"/>
          <p:nvPr/>
        </p:nvSpPr>
        <p:spPr>
          <a:xfrm>
            <a:off x="1049965" y="27871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ながい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503FE9-8054-4690-8B59-9960D5D1B853}"/>
              </a:ext>
            </a:extLst>
          </p:cNvPr>
          <p:cNvSpPr txBox="1"/>
          <p:nvPr/>
        </p:nvSpPr>
        <p:spPr>
          <a:xfrm>
            <a:off x="1454002" y="315646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あいだ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80BF8B-4144-46DE-A113-7140D7FD3CB9}"/>
              </a:ext>
            </a:extLst>
          </p:cNvPr>
          <p:cNvSpPr txBox="1"/>
          <p:nvPr/>
        </p:nvSpPr>
        <p:spPr>
          <a:xfrm>
            <a:off x="4611872" y="2775098"/>
            <a:ext cx="906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おおく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0E91AE-0A2F-4579-8A33-6076BFCA6AEA}"/>
              </a:ext>
            </a:extLst>
          </p:cNvPr>
          <p:cNvSpPr txBox="1"/>
          <p:nvPr/>
        </p:nvSpPr>
        <p:spPr>
          <a:xfrm>
            <a:off x="9609175" y="2773694"/>
            <a:ext cx="853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ご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741217-A69A-439B-B985-2D9EC8E3764C}"/>
              </a:ext>
            </a:extLst>
          </p:cNvPr>
          <p:cNvSpPr txBox="1"/>
          <p:nvPr/>
        </p:nvSpPr>
        <p:spPr>
          <a:xfrm>
            <a:off x="10261127" y="2751025"/>
            <a:ext cx="1725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そつぎょう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1BCF91-F5E9-41A5-9BDB-FA79A761346B}"/>
              </a:ext>
            </a:extLst>
          </p:cNvPr>
          <p:cNvSpPr txBox="1"/>
          <p:nvPr/>
        </p:nvSpPr>
        <p:spPr>
          <a:xfrm>
            <a:off x="2219546" y="342900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ぜんこく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C52D00-7D48-43B9-8FFB-633CF87647E6}"/>
              </a:ext>
            </a:extLst>
          </p:cNvPr>
          <p:cNvSpPr txBox="1"/>
          <p:nvPr/>
        </p:nvSpPr>
        <p:spPr>
          <a:xfrm>
            <a:off x="8478401" y="3448861"/>
            <a:ext cx="1087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きかい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C925EB-1D54-4DE7-99B9-ABE424B94D9C}"/>
              </a:ext>
            </a:extLst>
          </p:cNvPr>
          <p:cNvSpPr txBox="1"/>
          <p:nvPr/>
        </p:nvSpPr>
        <p:spPr>
          <a:xfrm>
            <a:off x="9143114" y="385532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え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F3247B-8903-484A-9FC6-085AED7497DA}"/>
              </a:ext>
            </a:extLst>
          </p:cNvPr>
          <p:cNvSpPr txBox="1"/>
          <p:nvPr/>
        </p:nvSpPr>
        <p:spPr>
          <a:xfrm>
            <a:off x="3841012" y="4170384"/>
            <a:ext cx="7618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めざ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E807E7-6314-41E8-AACB-997DA237FE40}"/>
              </a:ext>
            </a:extLst>
          </p:cNvPr>
          <p:cNvSpPr txBox="1"/>
          <p:nvPr/>
        </p:nvSpPr>
        <p:spPr>
          <a:xfrm>
            <a:off x="5065085" y="4076095"/>
            <a:ext cx="7618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しゅうしょく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8D39ADC-84B4-4595-BBF4-C2173C3173C0}"/>
              </a:ext>
            </a:extLst>
          </p:cNvPr>
          <p:cNvSpPr txBox="1"/>
          <p:nvPr/>
        </p:nvSpPr>
        <p:spPr>
          <a:xfrm>
            <a:off x="7314579" y="4109141"/>
            <a:ext cx="7618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しかく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0686166-2A4C-4461-BB09-A5B468CFA7B2}"/>
              </a:ext>
            </a:extLst>
          </p:cNvPr>
          <p:cNvSpPr txBox="1"/>
          <p:nvPr/>
        </p:nvSpPr>
        <p:spPr>
          <a:xfrm>
            <a:off x="627321" y="2140698"/>
            <a:ext cx="1592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HiraginoSans-W4"/>
              </a:rPr>
              <a:t>そうべつかい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28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A4FEAED-D9D6-4EA3-BE2C-BDB454AE8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23" y="582164"/>
            <a:ext cx="11077154" cy="56936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5FA7C0-962D-4A90-BB95-E24B2EBCD43C}"/>
              </a:ext>
            </a:extLst>
          </p:cNvPr>
          <p:cNvSpPr txBox="1"/>
          <p:nvPr/>
        </p:nvSpPr>
        <p:spPr>
          <a:xfrm>
            <a:off x="380114" y="157502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ほいくえん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CB7F49-9486-4424-A157-AB4249F259BB}"/>
              </a:ext>
            </a:extLst>
          </p:cNvPr>
          <p:cNvSpPr txBox="1"/>
          <p:nvPr/>
        </p:nvSpPr>
        <p:spPr>
          <a:xfrm>
            <a:off x="2389667" y="157502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じっしゅうせい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D50B97-3942-42FF-B3B3-EFB729B81F6D}"/>
              </a:ext>
            </a:extLst>
          </p:cNvPr>
          <p:cNvSpPr txBox="1"/>
          <p:nvPr/>
        </p:nvSpPr>
        <p:spPr>
          <a:xfrm>
            <a:off x="5002569" y="157502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じっしゅうせい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4528AE-DC74-415F-AB9D-07D519AA60FF}"/>
              </a:ext>
            </a:extLst>
          </p:cNvPr>
          <p:cNvSpPr txBox="1"/>
          <p:nvPr/>
        </p:nvSpPr>
        <p:spPr>
          <a:xfrm>
            <a:off x="4090877" y="203222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じっしゅう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EAEBEF-A873-4384-9192-62AF739C308F}"/>
              </a:ext>
            </a:extLst>
          </p:cNvPr>
          <p:cNvSpPr txBox="1"/>
          <p:nvPr/>
        </p:nvSpPr>
        <p:spPr>
          <a:xfrm>
            <a:off x="2623584" y="248942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きんちょう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BA313D-C1E8-4851-AEFC-3806A3A18093}"/>
              </a:ext>
            </a:extLst>
          </p:cNvPr>
          <p:cNvSpPr txBox="1"/>
          <p:nvPr/>
        </p:nvSpPr>
        <p:spPr>
          <a:xfrm>
            <a:off x="5536805" y="248942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こども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FF9824-6419-4614-88F5-D5DE7A6CAA4E}"/>
              </a:ext>
            </a:extLst>
          </p:cNvPr>
          <p:cNvSpPr txBox="1"/>
          <p:nvPr/>
        </p:nvSpPr>
        <p:spPr>
          <a:xfrm>
            <a:off x="5972840" y="285875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あぶ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C54035-CE61-4813-843E-F0B0D6BF057B}"/>
              </a:ext>
            </a:extLst>
          </p:cNvPr>
          <p:cNvSpPr txBox="1"/>
          <p:nvPr/>
        </p:nvSpPr>
        <p:spPr>
          <a:xfrm>
            <a:off x="6823444" y="248942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472149-2D49-4163-8B87-136D01302C06}"/>
              </a:ext>
            </a:extLst>
          </p:cNvPr>
          <p:cNvSpPr txBox="1"/>
          <p:nvPr/>
        </p:nvSpPr>
        <p:spPr>
          <a:xfrm>
            <a:off x="1411472" y="2928477"/>
            <a:ext cx="645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あんぜん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0470A31-AD25-4A2B-B5C8-1543C5C8CF01}"/>
              </a:ext>
            </a:extLst>
          </p:cNvPr>
          <p:cNvSpPr txBox="1"/>
          <p:nvPr/>
        </p:nvSpPr>
        <p:spPr>
          <a:xfrm>
            <a:off x="2370962" y="2914232"/>
            <a:ext cx="645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たいせつ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27C024-B95A-4294-9822-0D71A57F25A8}"/>
              </a:ext>
            </a:extLst>
          </p:cNvPr>
          <p:cNvSpPr txBox="1"/>
          <p:nvPr/>
        </p:nvSpPr>
        <p:spPr>
          <a:xfrm>
            <a:off x="4641111" y="2901703"/>
            <a:ext cx="645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そと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AA52CBE-A331-480D-9720-170B5E875E97}"/>
              </a:ext>
            </a:extLst>
          </p:cNvPr>
          <p:cNvSpPr txBox="1"/>
          <p:nvPr/>
        </p:nvSpPr>
        <p:spPr>
          <a:xfrm>
            <a:off x="1135026" y="3797562"/>
            <a:ext cx="645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しじ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19990AB-5D70-4357-B88C-55E87133C848}"/>
              </a:ext>
            </a:extLst>
          </p:cNvPr>
          <p:cNvSpPr txBox="1"/>
          <p:nvPr/>
        </p:nvSpPr>
        <p:spPr>
          <a:xfrm>
            <a:off x="2866361" y="3800890"/>
            <a:ext cx="645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りかい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72ADC87-B036-4C0D-8C8A-3D900DF71DB4}"/>
              </a:ext>
            </a:extLst>
          </p:cNvPr>
          <p:cNvSpPr txBox="1"/>
          <p:nvPr/>
        </p:nvSpPr>
        <p:spPr>
          <a:xfrm>
            <a:off x="4364665" y="3757940"/>
            <a:ext cx="645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いいかた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EE6D5FC-C313-416E-9F5F-73D4C0D08114}"/>
              </a:ext>
            </a:extLst>
          </p:cNvPr>
          <p:cNvSpPr txBox="1"/>
          <p:nvPr/>
        </p:nvSpPr>
        <p:spPr>
          <a:xfrm>
            <a:off x="9021726" y="3797562"/>
            <a:ext cx="645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せっする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A97995-8952-491D-8FD5-577795001457}"/>
              </a:ext>
            </a:extLst>
          </p:cNvPr>
          <p:cNvSpPr txBox="1"/>
          <p:nvPr/>
        </p:nvSpPr>
        <p:spPr>
          <a:xfrm>
            <a:off x="10558130" y="3809139"/>
            <a:ext cx="7740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accent1"/>
                </a:solidFill>
              </a:rPr>
              <a:t>ひくく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9B28A7E-2F3D-48D1-B761-54B6422C4DE8}"/>
              </a:ext>
            </a:extLst>
          </p:cNvPr>
          <p:cNvSpPr txBox="1"/>
          <p:nvPr/>
        </p:nvSpPr>
        <p:spPr>
          <a:xfrm>
            <a:off x="10906346" y="4209187"/>
            <a:ext cx="91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かがんで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4E98DE6-8151-47BB-9192-774E512F07EE}"/>
              </a:ext>
            </a:extLst>
          </p:cNvPr>
          <p:cNvSpPr txBox="1"/>
          <p:nvPr/>
        </p:nvSpPr>
        <p:spPr>
          <a:xfrm>
            <a:off x="6714460" y="4974237"/>
            <a:ext cx="10026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ほごしゃ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B1A0338-A792-47CD-9978-7040811F865A}"/>
              </a:ext>
            </a:extLst>
          </p:cNvPr>
          <p:cNvSpPr txBox="1"/>
          <p:nvPr/>
        </p:nvSpPr>
        <p:spPr>
          <a:xfrm>
            <a:off x="9201101" y="4933958"/>
            <a:ext cx="10026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あかる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DE1B75E-D237-4AFE-A626-C379C4658DC4}"/>
              </a:ext>
            </a:extLst>
          </p:cNvPr>
          <p:cNvSpPr txBox="1"/>
          <p:nvPr/>
        </p:nvSpPr>
        <p:spPr>
          <a:xfrm>
            <a:off x="10823943" y="4964789"/>
            <a:ext cx="10026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しせい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31FD066-C1B9-4024-8E00-977CBC7D240F}"/>
              </a:ext>
            </a:extLst>
          </p:cNvPr>
          <p:cNvSpPr txBox="1"/>
          <p:nvPr/>
        </p:nvSpPr>
        <p:spPr>
          <a:xfrm>
            <a:off x="1708299" y="5778252"/>
            <a:ext cx="1042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してき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58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F3B8C6E-2D93-4072-9228-7412DB34C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054100"/>
            <a:ext cx="11399520" cy="4749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92C185-5E31-4CC2-9EED-8387A95C044A}"/>
              </a:ext>
            </a:extLst>
          </p:cNvPr>
          <p:cNvSpPr txBox="1"/>
          <p:nvPr/>
        </p:nvSpPr>
        <p:spPr>
          <a:xfrm>
            <a:off x="3070151" y="788213"/>
            <a:ext cx="1236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しゅくはく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9B3884-50D7-4E56-88F3-5C7D81C4EF14}"/>
              </a:ext>
            </a:extLst>
          </p:cNvPr>
          <p:cNvSpPr txBox="1"/>
          <p:nvPr/>
        </p:nvSpPr>
        <p:spPr>
          <a:xfrm>
            <a:off x="3421025" y="1238766"/>
            <a:ext cx="1002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しせつ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342A5F-6C5B-40FB-9A10-7240815F888A}"/>
              </a:ext>
            </a:extLst>
          </p:cNvPr>
          <p:cNvSpPr txBox="1"/>
          <p:nvPr/>
        </p:nvSpPr>
        <p:spPr>
          <a:xfrm>
            <a:off x="1290615" y="1608098"/>
            <a:ext cx="1236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しゅくはく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9C2C30-B105-4BF3-B05C-96D2387B2403}"/>
              </a:ext>
            </a:extLst>
          </p:cNvPr>
          <p:cNvSpPr txBox="1"/>
          <p:nvPr/>
        </p:nvSpPr>
        <p:spPr>
          <a:xfrm>
            <a:off x="2081323" y="2058651"/>
            <a:ext cx="1236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たびやど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C68249-6664-4970-A590-CE94547B8CE8}"/>
              </a:ext>
            </a:extLst>
          </p:cNvPr>
          <p:cNvSpPr txBox="1"/>
          <p:nvPr/>
        </p:nvSpPr>
        <p:spPr>
          <a:xfrm>
            <a:off x="3484820" y="1608098"/>
            <a:ext cx="1002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しゃ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7096B9-E79E-4A76-AFBB-58491394E18A}"/>
              </a:ext>
            </a:extLst>
          </p:cNvPr>
          <p:cNvSpPr txBox="1"/>
          <p:nvPr/>
        </p:nvSpPr>
        <p:spPr>
          <a:xfrm>
            <a:off x="3665573" y="2057247"/>
            <a:ext cx="640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すう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B8FB54-53D0-40D4-91FD-82FE3B5F85E5}"/>
              </a:ext>
            </a:extLst>
          </p:cNvPr>
          <p:cNvSpPr txBox="1"/>
          <p:nvPr/>
        </p:nvSpPr>
        <p:spPr>
          <a:xfrm>
            <a:off x="4484280" y="1648007"/>
            <a:ext cx="73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ちい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1F672D8-9385-4449-942E-0AD43D3E4CDF}"/>
              </a:ext>
            </a:extLst>
          </p:cNvPr>
          <p:cNvSpPr txBox="1"/>
          <p:nvPr/>
        </p:nvSpPr>
        <p:spPr>
          <a:xfrm>
            <a:off x="4985339" y="1635971"/>
            <a:ext cx="1002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やど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BB2C36-01ED-4DD4-9389-1A3BFBAF7C8D}"/>
              </a:ext>
            </a:extLst>
          </p:cNvPr>
          <p:cNvSpPr txBox="1"/>
          <p:nvPr/>
        </p:nvSpPr>
        <p:spPr>
          <a:xfrm>
            <a:off x="6708612" y="1606694"/>
            <a:ext cx="1002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ふうふ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C479E-56B8-4636-88FB-0D2AED6F8AB6}"/>
              </a:ext>
            </a:extLst>
          </p:cNvPr>
          <p:cNvSpPr txBox="1"/>
          <p:nvPr/>
        </p:nvSpPr>
        <p:spPr>
          <a:xfrm>
            <a:off x="7747593" y="1635971"/>
            <a:ext cx="704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やど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D92BF5-527A-4878-BB0A-19E0B36D89CF}"/>
              </a:ext>
            </a:extLst>
          </p:cNvPr>
          <p:cNvSpPr txBox="1"/>
          <p:nvPr/>
        </p:nvSpPr>
        <p:spPr>
          <a:xfrm>
            <a:off x="11404348" y="1606694"/>
            <a:ext cx="640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7B2667-25F8-4603-A761-54B3A3EB8CE6}"/>
              </a:ext>
            </a:extLst>
          </p:cNvPr>
          <p:cNvSpPr txBox="1"/>
          <p:nvPr/>
        </p:nvSpPr>
        <p:spPr>
          <a:xfrm>
            <a:off x="2526650" y="2300734"/>
            <a:ext cx="1374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たんしん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147728-A02F-42C4-BFFD-E615752F80BA}"/>
              </a:ext>
            </a:extLst>
          </p:cNvPr>
          <p:cNvSpPr txBox="1"/>
          <p:nvPr/>
        </p:nvSpPr>
        <p:spPr>
          <a:xfrm>
            <a:off x="3317358" y="2692466"/>
            <a:ext cx="1257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ちょうき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3AAC6E4-3CA7-4DA1-B035-4091D18C7089}"/>
              </a:ext>
            </a:extLst>
          </p:cNvPr>
          <p:cNvSpPr txBox="1"/>
          <p:nvPr/>
        </p:nvSpPr>
        <p:spPr>
          <a:xfrm>
            <a:off x="3791924" y="2299330"/>
            <a:ext cx="1374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たいざい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DBCBF9A-F682-4F7D-B393-F265C138B857}"/>
              </a:ext>
            </a:extLst>
          </p:cNvPr>
          <p:cNvSpPr txBox="1"/>
          <p:nvPr/>
        </p:nvSpPr>
        <p:spPr>
          <a:xfrm>
            <a:off x="1099140" y="2907626"/>
            <a:ext cx="85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212A83-748D-4BD5-B18D-FDF6882F8EC1}"/>
              </a:ext>
            </a:extLst>
          </p:cNvPr>
          <p:cNvSpPr txBox="1"/>
          <p:nvPr/>
        </p:nvSpPr>
        <p:spPr>
          <a:xfrm>
            <a:off x="2699340" y="2979149"/>
            <a:ext cx="1108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しゃどうし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25DE89F-2840-4F9D-871D-22F3A6CE1A13}"/>
              </a:ext>
            </a:extLst>
          </p:cNvPr>
          <p:cNvSpPr txBox="1"/>
          <p:nvPr/>
        </p:nvSpPr>
        <p:spPr>
          <a:xfrm>
            <a:off x="3561905" y="3385102"/>
            <a:ext cx="1023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なかよく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54574F3-AD82-4930-A3A4-C6E2EECA13B2}"/>
              </a:ext>
            </a:extLst>
          </p:cNvPr>
          <p:cNvSpPr txBox="1"/>
          <p:nvPr/>
        </p:nvSpPr>
        <p:spPr>
          <a:xfrm>
            <a:off x="6939205" y="2979149"/>
            <a:ext cx="1852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はなび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D648590-377C-4E58-B2DD-3781CD829A55}"/>
              </a:ext>
            </a:extLst>
          </p:cNvPr>
          <p:cNvSpPr txBox="1"/>
          <p:nvPr/>
        </p:nvSpPr>
        <p:spPr>
          <a:xfrm>
            <a:off x="9492660" y="2960014"/>
            <a:ext cx="1374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じょうれん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37176F7-2AF3-4AD4-A0B3-647C671AE512}"/>
              </a:ext>
            </a:extLst>
          </p:cNvPr>
          <p:cNvSpPr txBox="1"/>
          <p:nvPr/>
        </p:nvSpPr>
        <p:spPr>
          <a:xfrm>
            <a:off x="1847318" y="3625568"/>
            <a:ext cx="85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おとず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13A03DB-362F-4436-9B3D-E96F95BD465F}"/>
              </a:ext>
            </a:extLst>
          </p:cNvPr>
          <p:cNvSpPr txBox="1"/>
          <p:nvPr/>
        </p:nvSpPr>
        <p:spPr>
          <a:xfrm>
            <a:off x="2437512" y="4051615"/>
            <a:ext cx="983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しんき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86B27C8-F54B-44BF-A90A-961542787DA6}"/>
              </a:ext>
            </a:extLst>
          </p:cNvPr>
          <p:cNvSpPr txBox="1"/>
          <p:nvPr/>
        </p:nvSpPr>
        <p:spPr>
          <a:xfrm>
            <a:off x="4985339" y="4391524"/>
            <a:ext cx="873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わか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225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F4EFA41-C7EE-42DF-A2B4-143BDA602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51" y="897250"/>
            <a:ext cx="11432097" cy="50634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6ED16CE-E52C-4A80-BF37-0A9E42DB3EDB}"/>
              </a:ext>
            </a:extLst>
          </p:cNvPr>
          <p:cNvSpPr txBox="1"/>
          <p:nvPr/>
        </p:nvSpPr>
        <p:spPr>
          <a:xfrm>
            <a:off x="1900570" y="1447431"/>
            <a:ext cx="1119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せいかつ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3B9338-10DE-4361-A5FB-973F83609AD2}"/>
              </a:ext>
            </a:extLst>
          </p:cNvPr>
          <p:cNvSpPr txBox="1"/>
          <p:nvPr/>
        </p:nvSpPr>
        <p:spPr>
          <a:xfrm>
            <a:off x="6259918" y="1447431"/>
            <a:ext cx="57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のう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9649B0-4056-417B-9B10-3021B67E6826}"/>
              </a:ext>
            </a:extLst>
          </p:cNvPr>
          <p:cNvSpPr txBox="1"/>
          <p:nvPr/>
        </p:nvSpPr>
        <p:spPr>
          <a:xfrm>
            <a:off x="8418327" y="1447431"/>
            <a:ext cx="1427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かがくてきに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BCED7A-BA29-4A20-B4C1-982EFC060B26}"/>
              </a:ext>
            </a:extLst>
          </p:cNvPr>
          <p:cNvSpPr txBox="1"/>
          <p:nvPr/>
        </p:nvSpPr>
        <p:spPr>
          <a:xfrm>
            <a:off x="9258300" y="1816763"/>
            <a:ext cx="938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あきら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EB2611-F049-45F2-83A0-45908FFD05AE}"/>
              </a:ext>
            </a:extLst>
          </p:cNvPr>
          <p:cNvSpPr txBox="1"/>
          <p:nvPr/>
        </p:nvSpPr>
        <p:spPr>
          <a:xfrm>
            <a:off x="6159797" y="2239259"/>
            <a:ext cx="1044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たいし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366419A-3315-40DD-B129-442CAE1A46EB}"/>
              </a:ext>
            </a:extLst>
          </p:cNvPr>
          <p:cNvSpPr txBox="1"/>
          <p:nvPr/>
        </p:nvSpPr>
        <p:spPr>
          <a:xfrm>
            <a:off x="7204446" y="2239259"/>
            <a:ext cx="1044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くうかん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D2ED19-581D-4F30-BEA3-A96158236DCD}"/>
              </a:ext>
            </a:extLst>
          </p:cNvPr>
          <p:cNvSpPr txBox="1"/>
          <p:nvPr/>
        </p:nvSpPr>
        <p:spPr>
          <a:xfrm>
            <a:off x="7643561" y="2608591"/>
            <a:ext cx="1342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ていきょう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9B13C5-684E-436A-92AA-C2D19BEA2E74}"/>
              </a:ext>
            </a:extLst>
          </p:cNvPr>
          <p:cNvSpPr txBox="1"/>
          <p:nvPr/>
        </p:nvSpPr>
        <p:spPr>
          <a:xfrm>
            <a:off x="2081320" y="3059667"/>
            <a:ext cx="842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へ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6292EA-11C1-4F0A-8576-F179A191BD66}"/>
              </a:ext>
            </a:extLst>
          </p:cNvPr>
          <p:cNvSpPr txBox="1"/>
          <p:nvPr/>
        </p:nvSpPr>
        <p:spPr>
          <a:xfrm>
            <a:off x="3963286" y="2997784"/>
            <a:ext cx="1788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しゅうちゅうりょく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EA70462-EE30-4EA5-8258-112F05B36EAE}"/>
              </a:ext>
            </a:extLst>
          </p:cNvPr>
          <p:cNvSpPr txBox="1"/>
          <p:nvPr/>
        </p:nvSpPr>
        <p:spPr>
          <a:xfrm>
            <a:off x="7833700" y="3007013"/>
            <a:ext cx="1501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かつよう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33E5A7C-2D33-4D40-8DF6-A8195194E727}"/>
              </a:ext>
            </a:extLst>
          </p:cNvPr>
          <p:cNvSpPr txBox="1"/>
          <p:nvPr/>
        </p:nvSpPr>
        <p:spPr>
          <a:xfrm>
            <a:off x="8660217" y="3430717"/>
            <a:ext cx="943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しじょう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534AAC-A39E-4D3F-9AEB-1D2291C4E383}"/>
              </a:ext>
            </a:extLst>
          </p:cNvPr>
          <p:cNvSpPr txBox="1"/>
          <p:nvPr/>
        </p:nvSpPr>
        <p:spPr>
          <a:xfrm>
            <a:off x="9603856" y="2920942"/>
            <a:ext cx="1671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さんぜんおく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CEB17DC-4A65-43D4-AB29-3769108B9186}"/>
              </a:ext>
            </a:extLst>
          </p:cNvPr>
          <p:cNvSpPr txBox="1"/>
          <p:nvPr/>
        </p:nvSpPr>
        <p:spPr>
          <a:xfrm>
            <a:off x="10719545" y="3410291"/>
            <a:ext cx="484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EFF224-FC2F-46E6-89ED-FA9B4A723B6D}"/>
              </a:ext>
            </a:extLst>
          </p:cNvPr>
          <p:cNvSpPr txBox="1"/>
          <p:nvPr/>
        </p:nvSpPr>
        <p:spPr>
          <a:xfrm>
            <a:off x="11218198" y="2991164"/>
            <a:ext cx="651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きぼ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43EF154-2EB4-480B-8307-1FBEFE67E36B}"/>
              </a:ext>
            </a:extLst>
          </p:cNvPr>
          <p:cNvSpPr txBox="1"/>
          <p:nvPr/>
        </p:nvSpPr>
        <p:spPr>
          <a:xfrm>
            <a:off x="1419995" y="3800362"/>
            <a:ext cx="943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こんご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86F50EF-3715-4923-A92B-ED25E9BD0A6B}"/>
              </a:ext>
            </a:extLst>
          </p:cNvPr>
          <p:cNvSpPr txBox="1"/>
          <p:nvPr/>
        </p:nvSpPr>
        <p:spPr>
          <a:xfrm>
            <a:off x="1944875" y="4222858"/>
            <a:ext cx="1074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accent1"/>
                </a:solidFill>
              </a:rPr>
              <a:t>きたい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2E9C11E-71C5-4E8E-94C6-2994A989B1B1}"/>
              </a:ext>
            </a:extLst>
          </p:cNvPr>
          <p:cNvSpPr txBox="1"/>
          <p:nvPr/>
        </p:nvSpPr>
        <p:spPr>
          <a:xfrm>
            <a:off x="1193507" y="4564791"/>
            <a:ext cx="1074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accent1"/>
                </a:solidFill>
              </a:rPr>
              <a:t>かいはつ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F73D764-C2F2-494C-AC07-9B645B2E4BFB}"/>
              </a:ext>
            </a:extLst>
          </p:cNvPr>
          <p:cNvSpPr txBox="1"/>
          <p:nvPr/>
        </p:nvSpPr>
        <p:spPr>
          <a:xfrm>
            <a:off x="2502635" y="5373699"/>
            <a:ext cx="750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ひろ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967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2A79865-A94B-40F8-A537-50AFFF8D5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34" y="1025453"/>
            <a:ext cx="11282531" cy="48070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4047068-9B39-4489-B219-F856A2309607}"/>
              </a:ext>
            </a:extLst>
          </p:cNvPr>
          <p:cNvSpPr txBox="1"/>
          <p:nvPr/>
        </p:nvSpPr>
        <p:spPr>
          <a:xfrm>
            <a:off x="762886" y="148996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しょうひん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EAFE19-0694-4BA0-86A8-4AAF8133DA4C}"/>
              </a:ext>
            </a:extLst>
          </p:cNvPr>
          <p:cNvSpPr txBox="1"/>
          <p:nvPr/>
        </p:nvSpPr>
        <p:spPr>
          <a:xfrm>
            <a:off x="1570960" y="188421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つみこん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7F5A4E-D6CC-4411-A693-35BA25895D2E}"/>
              </a:ext>
            </a:extLst>
          </p:cNvPr>
          <p:cNvSpPr txBox="1"/>
          <p:nvPr/>
        </p:nvSpPr>
        <p:spPr>
          <a:xfrm>
            <a:off x="5028911" y="146504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きたやまむら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ED1340-C5EA-4F7A-B3E0-6D5DF1629419}"/>
              </a:ext>
            </a:extLst>
          </p:cNvPr>
          <p:cNvSpPr txBox="1"/>
          <p:nvPr/>
        </p:nvSpPr>
        <p:spPr>
          <a:xfrm>
            <a:off x="7057361" y="148996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じちたい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C20170-B886-4B13-8F36-6353271AC246}"/>
              </a:ext>
            </a:extLst>
          </p:cNvPr>
          <p:cNvSpPr txBox="1"/>
          <p:nvPr/>
        </p:nvSpPr>
        <p:spPr>
          <a:xfrm>
            <a:off x="7753793" y="1884211"/>
            <a:ext cx="6576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ほじょきん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E6DC7E-EA7C-44CE-8AA6-7D7B4A0CF6A7}"/>
              </a:ext>
            </a:extLst>
          </p:cNvPr>
          <p:cNvSpPr txBox="1"/>
          <p:nvPr/>
        </p:nvSpPr>
        <p:spPr>
          <a:xfrm>
            <a:off x="9571961" y="1457737"/>
            <a:ext cx="7166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accent1"/>
                </a:solidFill>
              </a:rPr>
              <a:t>しょくようひん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BD7053-8B49-433D-B00A-F128A45C9DC4}"/>
              </a:ext>
            </a:extLst>
          </p:cNvPr>
          <p:cNvSpPr txBox="1"/>
          <p:nvPr/>
        </p:nvSpPr>
        <p:spPr>
          <a:xfrm>
            <a:off x="10414591" y="1930394"/>
            <a:ext cx="8367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accent1"/>
                </a:solidFill>
              </a:rPr>
              <a:t>にちようひん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80D806-84F2-467A-80BD-6EE6BF838C7F}"/>
              </a:ext>
            </a:extLst>
          </p:cNvPr>
          <p:cNvSpPr txBox="1"/>
          <p:nvPr/>
        </p:nvSpPr>
        <p:spPr>
          <a:xfrm>
            <a:off x="454734" y="2253543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こうれいしゃ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99DBF6-B53C-462E-9946-3FE5CAB41D3E}"/>
              </a:ext>
            </a:extLst>
          </p:cNvPr>
          <p:cNvSpPr txBox="1"/>
          <p:nvPr/>
        </p:nvSpPr>
        <p:spPr>
          <a:xfrm>
            <a:off x="1401725" y="2669058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じたく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E1776A-8191-4B9A-AAAA-160EB78D06AB}"/>
              </a:ext>
            </a:extLst>
          </p:cNvPr>
          <p:cNvSpPr txBox="1"/>
          <p:nvPr/>
        </p:nvSpPr>
        <p:spPr>
          <a:xfrm>
            <a:off x="1802758" y="2233737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いっけんいっけん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2FAD079-3702-4974-BADA-8E0761866D8A}"/>
              </a:ext>
            </a:extLst>
          </p:cNvPr>
          <p:cNvSpPr txBox="1"/>
          <p:nvPr/>
        </p:nvSpPr>
        <p:spPr>
          <a:xfrm>
            <a:off x="6024421" y="2203707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ひょうじょう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D9D1163-7D38-4059-ABB6-0A24FA0F0C11}"/>
              </a:ext>
            </a:extLst>
          </p:cNvPr>
          <p:cNvSpPr txBox="1"/>
          <p:nvPr/>
        </p:nvSpPr>
        <p:spPr>
          <a:xfrm>
            <a:off x="8310325" y="2243640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たいちょう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C347D74-7E92-4C60-B082-DEBBA4688254}"/>
              </a:ext>
            </a:extLst>
          </p:cNvPr>
          <p:cNvSpPr txBox="1"/>
          <p:nvPr/>
        </p:nvSpPr>
        <p:spPr>
          <a:xfrm>
            <a:off x="8979196" y="2659155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へんか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2050C78-66AB-4010-BF98-EA9FE3830ECA}"/>
              </a:ext>
            </a:extLst>
          </p:cNvPr>
          <p:cNvSpPr txBox="1"/>
          <p:nvPr/>
        </p:nvSpPr>
        <p:spPr>
          <a:xfrm>
            <a:off x="1330147" y="2998252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ようす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B1DC9-32D2-4016-ACFC-0E78F2F8E9CC}"/>
              </a:ext>
            </a:extLst>
          </p:cNvPr>
          <p:cNvSpPr txBox="1"/>
          <p:nvPr/>
        </p:nvSpPr>
        <p:spPr>
          <a:xfrm>
            <a:off x="5512982" y="3018584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じちたい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E358E30-D8B2-4CB6-A20A-DA2E0C590B5E}"/>
              </a:ext>
            </a:extLst>
          </p:cNvPr>
          <p:cNvSpPr txBox="1"/>
          <p:nvPr/>
        </p:nvSpPr>
        <p:spPr>
          <a:xfrm>
            <a:off x="507608" y="3796747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じょうきょう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948871C-CB1E-4F56-B7D4-B4C5E202A443}"/>
              </a:ext>
            </a:extLst>
          </p:cNvPr>
          <p:cNvSpPr txBox="1"/>
          <p:nvPr/>
        </p:nvSpPr>
        <p:spPr>
          <a:xfrm>
            <a:off x="1570960" y="4201196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けんこう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4778EC5-5097-40E6-8B43-25B03B4A7902}"/>
              </a:ext>
            </a:extLst>
          </p:cNvPr>
          <p:cNvSpPr txBox="1"/>
          <p:nvPr/>
        </p:nvSpPr>
        <p:spPr>
          <a:xfrm>
            <a:off x="2166384" y="4541456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やくわり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10F9B19-EA44-46B4-9FD1-4E6D24B8136E}"/>
              </a:ext>
            </a:extLst>
          </p:cNvPr>
          <p:cNvSpPr txBox="1"/>
          <p:nvPr/>
        </p:nvSpPr>
        <p:spPr>
          <a:xfrm>
            <a:off x="6130747" y="4521124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ほうふさ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49B5DBA-9C13-4B67-A32A-7AA9AC945A85}"/>
              </a:ext>
            </a:extLst>
          </p:cNvPr>
          <p:cNvSpPr txBox="1"/>
          <p:nvPr/>
        </p:nvSpPr>
        <p:spPr>
          <a:xfrm>
            <a:off x="5483645" y="5246801"/>
            <a:ext cx="9388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いけん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986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FDF5CF2-C52C-402A-A917-E5B5872A2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984134"/>
            <a:ext cx="11666220" cy="488973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5FFDD4A-0373-4070-A127-D85BFA0FDACE}"/>
              </a:ext>
            </a:extLst>
          </p:cNvPr>
          <p:cNvSpPr txBox="1"/>
          <p:nvPr/>
        </p:nvSpPr>
        <p:spPr>
          <a:xfrm>
            <a:off x="5898412" y="1489962"/>
            <a:ext cx="661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かた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A15776-38F5-4220-888A-125EF5E32773}"/>
              </a:ext>
            </a:extLst>
          </p:cNvPr>
          <p:cNvSpPr txBox="1"/>
          <p:nvPr/>
        </p:nvSpPr>
        <p:spPr>
          <a:xfrm>
            <a:off x="5122235" y="2266139"/>
            <a:ext cx="672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C824E5-4E67-480A-9A6B-0D6929635C06}"/>
              </a:ext>
            </a:extLst>
          </p:cNvPr>
          <p:cNvSpPr txBox="1"/>
          <p:nvPr/>
        </p:nvSpPr>
        <p:spPr>
          <a:xfrm>
            <a:off x="6313081" y="2266139"/>
            <a:ext cx="980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じゅん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D26A74-B5AA-4C10-91B5-696FF68ED95E}"/>
              </a:ext>
            </a:extLst>
          </p:cNvPr>
          <p:cNvSpPr txBox="1"/>
          <p:nvPr/>
        </p:nvSpPr>
        <p:spPr>
          <a:xfrm>
            <a:off x="6865974" y="2672984"/>
            <a:ext cx="523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E58CB7-E5CA-483C-9178-405133CB0A9D}"/>
              </a:ext>
            </a:extLst>
          </p:cNvPr>
          <p:cNvSpPr txBox="1"/>
          <p:nvPr/>
        </p:nvSpPr>
        <p:spPr>
          <a:xfrm>
            <a:off x="7387988" y="2266139"/>
            <a:ext cx="144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ものごと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FDABFF-C161-4AE7-8E1F-546E38C01611}"/>
              </a:ext>
            </a:extLst>
          </p:cNvPr>
          <p:cNvSpPr txBox="1"/>
          <p:nvPr/>
        </p:nvSpPr>
        <p:spPr>
          <a:xfrm>
            <a:off x="11192805" y="2266139"/>
            <a:ext cx="73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4173C0B-36B5-4D9C-ADDD-632B9B41344D}"/>
              </a:ext>
            </a:extLst>
          </p:cNvPr>
          <p:cNvSpPr txBox="1"/>
          <p:nvPr/>
        </p:nvSpPr>
        <p:spPr>
          <a:xfrm>
            <a:off x="1740372" y="3042316"/>
            <a:ext cx="117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だいよう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EDACF40-0813-4F0A-9FD3-D4C2B68BAB1E}"/>
              </a:ext>
            </a:extLst>
          </p:cNvPr>
          <p:cNvSpPr txBox="1"/>
          <p:nvPr/>
        </p:nvSpPr>
        <p:spPr>
          <a:xfrm>
            <a:off x="4067927" y="3040912"/>
            <a:ext cx="821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ちから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302AB2-07C8-40B8-85F4-79D194039919}"/>
              </a:ext>
            </a:extLst>
          </p:cNvPr>
          <p:cNvSpPr txBox="1"/>
          <p:nvPr/>
        </p:nvSpPr>
        <p:spPr>
          <a:xfrm>
            <a:off x="131578" y="3796905"/>
            <a:ext cx="772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ふか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3E8BDF-5DEE-4A4B-ADFF-C5C83893CCDD}"/>
              </a:ext>
            </a:extLst>
          </p:cNvPr>
          <p:cNvSpPr txBox="1"/>
          <p:nvPr/>
        </p:nvSpPr>
        <p:spPr>
          <a:xfrm>
            <a:off x="4879371" y="3796905"/>
            <a:ext cx="1019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ざいさん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D7A42A-B829-498A-A81B-D9DB7BC7939B}"/>
              </a:ext>
            </a:extLst>
          </p:cNvPr>
          <p:cNvSpPr txBox="1"/>
          <p:nvPr/>
        </p:nvSpPr>
        <p:spPr>
          <a:xfrm>
            <a:off x="903767" y="4586199"/>
            <a:ext cx="8366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かてい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1ADA730-FD49-499F-A44D-932F1FCB375E}"/>
              </a:ext>
            </a:extLst>
          </p:cNvPr>
          <p:cNvSpPr txBox="1"/>
          <p:nvPr/>
        </p:nvSpPr>
        <p:spPr>
          <a:xfrm>
            <a:off x="1429723" y="4998706"/>
            <a:ext cx="8366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あじ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69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CAF3C15-C537-4E3E-8DC9-58F4108FC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48" y="674513"/>
            <a:ext cx="11912504" cy="55089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0DB1FDC-45C6-40C9-86C4-C31193434914}"/>
              </a:ext>
            </a:extLst>
          </p:cNvPr>
          <p:cNvSpPr txBox="1"/>
          <p:nvPr/>
        </p:nvSpPr>
        <p:spPr>
          <a:xfrm>
            <a:off x="2293975" y="394808"/>
            <a:ext cx="140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おがわし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8861C3-DA92-4B61-93A0-57F13795A66A}"/>
              </a:ext>
            </a:extLst>
          </p:cNvPr>
          <p:cNvSpPr txBox="1"/>
          <p:nvPr/>
        </p:nvSpPr>
        <p:spPr>
          <a:xfrm>
            <a:off x="412012" y="1139088"/>
            <a:ext cx="821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ちほう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09CABE-9296-434C-A266-60C8AD62DC75}"/>
              </a:ext>
            </a:extLst>
          </p:cNvPr>
          <p:cNvSpPr txBox="1"/>
          <p:nvPr/>
        </p:nvSpPr>
        <p:spPr>
          <a:xfrm>
            <a:off x="822694" y="150842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としで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77204D-FB47-42F8-887D-44729195F884}"/>
              </a:ext>
            </a:extLst>
          </p:cNvPr>
          <p:cNvSpPr txBox="1"/>
          <p:nvPr/>
        </p:nvSpPr>
        <p:spPr>
          <a:xfrm>
            <a:off x="1690036" y="1133472"/>
            <a:ext cx="140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おがわし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FD2C1D-0024-4B80-BE1D-691308B7102D}"/>
              </a:ext>
            </a:extLst>
          </p:cNvPr>
          <p:cNvSpPr txBox="1"/>
          <p:nvPr/>
        </p:nvSpPr>
        <p:spPr>
          <a:xfrm>
            <a:off x="2621320" y="112785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ながねん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9F9BB4-FB50-4774-AE6E-63FA48B54F03}"/>
              </a:ext>
            </a:extLst>
          </p:cNvPr>
          <p:cNvSpPr txBox="1"/>
          <p:nvPr/>
        </p:nvSpPr>
        <p:spPr>
          <a:xfrm>
            <a:off x="3506086" y="153898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ぶそく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858796-EEED-461A-AC82-CB8E650DCFD0}"/>
              </a:ext>
            </a:extLst>
          </p:cNvPr>
          <p:cNvSpPr txBox="1"/>
          <p:nvPr/>
        </p:nvSpPr>
        <p:spPr>
          <a:xfrm>
            <a:off x="3969317" y="1139088"/>
            <a:ext cx="1586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かいしょう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8EDD8E-4BA5-44DF-8DC6-8E30044991F4}"/>
              </a:ext>
            </a:extLst>
          </p:cNvPr>
          <p:cNvSpPr txBox="1"/>
          <p:nvPr/>
        </p:nvSpPr>
        <p:spPr>
          <a:xfrm>
            <a:off x="4654402" y="1569556"/>
            <a:ext cx="117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かだい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CFFFBB5-E41B-486B-9BD2-A60ED9EA388D}"/>
              </a:ext>
            </a:extLst>
          </p:cNvPr>
          <p:cNvSpPr txBox="1"/>
          <p:nvPr/>
        </p:nvSpPr>
        <p:spPr>
          <a:xfrm>
            <a:off x="6682981" y="1161233"/>
            <a:ext cx="920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しりつ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A4CB49-A8F8-4D11-9C98-82CA7BD56E87}"/>
              </a:ext>
            </a:extLst>
          </p:cNvPr>
          <p:cNvSpPr txBox="1"/>
          <p:nvPr/>
        </p:nvSpPr>
        <p:spPr>
          <a:xfrm>
            <a:off x="10010357" y="1115820"/>
            <a:ext cx="140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かんきょう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90E9C2-BC69-4944-897B-EE75385E8A02}"/>
              </a:ext>
            </a:extLst>
          </p:cNvPr>
          <p:cNvSpPr txBox="1"/>
          <p:nvPr/>
        </p:nvSpPr>
        <p:spPr>
          <a:xfrm>
            <a:off x="10685720" y="1557127"/>
            <a:ext cx="1299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ととのった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6A481E3-568E-40D7-9A99-A2C4BA3F75DE}"/>
              </a:ext>
            </a:extLst>
          </p:cNvPr>
          <p:cNvSpPr txBox="1"/>
          <p:nvPr/>
        </p:nvSpPr>
        <p:spPr>
          <a:xfrm>
            <a:off x="11282497" y="1127932"/>
            <a:ext cx="1023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とかい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B0B051-ABD7-4272-8AB5-663D52C5F1C9}"/>
              </a:ext>
            </a:extLst>
          </p:cNvPr>
          <p:cNvSpPr txBox="1"/>
          <p:nvPr/>
        </p:nvSpPr>
        <p:spPr>
          <a:xfrm>
            <a:off x="6023897" y="1886175"/>
            <a:ext cx="1023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とかい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854BEC7-5E44-47AF-B16D-8D7DEA8DA95A}"/>
              </a:ext>
            </a:extLst>
          </p:cNvPr>
          <p:cNvSpPr txBox="1"/>
          <p:nvPr/>
        </p:nvSpPr>
        <p:spPr>
          <a:xfrm>
            <a:off x="6974958" y="1905587"/>
            <a:ext cx="1368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てんしょく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BF22304-6667-4808-8172-29A5514948B9}"/>
              </a:ext>
            </a:extLst>
          </p:cNvPr>
          <p:cNvSpPr txBox="1"/>
          <p:nvPr/>
        </p:nvSpPr>
        <p:spPr>
          <a:xfrm>
            <a:off x="3924128" y="2588129"/>
            <a:ext cx="1677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いがくぶせい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2BB66FE-0ABE-42E9-8C3C-26296375BF57}"/>
              </a:ext>
            </a:extLst>
          </p:cNvPr>
          <p:cNvSpPr txBox="1"/>
          <p:nvPr/>
        </p:nvSpPr>
        <p:spPr>
          <a:xfrm>
            <a:off x="4762770" y="2998838"/>
            <a:ext cx="145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たいしょう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9F462B3-DD4A-465B-B2B8-54D9EBAFDC93}"/>
              </a:ext>
            </a:extLst>
          </p:cNvPr>
          <p:cNvSpPr txBox="1"/>
          <p:nvPr/>
        </p:nvSpPr>
        <p:spPr>
          <a:xfrm>
            <a:off x="5489771" y="2608818"/>
            <a:ext cx="1687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しょうがくきん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22FBB69-F9F0-42C7-B81D-92BEF53D51BC}"/>
              </a:ext>
            </a:extLst>
          </p:cNvPr>
          <p:cNvSpPr txBox="1"/>
          <p:nvPr/>
        </p:nvSpPr>
        <p:spPr>
          <a:xfrm>
            <a:off x="6333422" y="3058264"/>
            <a:ext cx="975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しきゅう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6002A87-B337-4A07-87EE-1523F75EDA25}"/>
              </a:ext>
            </a:extLst>
          </p:cNvPr>
          <p:cNvSpPr txBox="1"/>
          <p:nvPr/>
        </p:nvSpPr>
        <p:spPr>
          <a:xfrm>
            <a:off x="896347" y="3384371"/>
            <a:ext cx="1559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けんきゅうひ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13BD7C-048A-40B9-8CA2-B2C3202B8A11}"/>
              </a:ext>
            </a:extLst>
          </p:cNvPr>
          <p:cNvSpPr txBox="1"/>
          <p:nvPr/>
        </p:nvSpPr>
        <p:spPr>
          <a:xfrm>
            <a:off x="2393114" y="3368170"/>
            <a:ext cx="1103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ほじょ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F3C4A11-DFF3-4F72-BDA9-92DB8E70A9C4}"/>
              </a:ext>
            </a:extLst>
          </p:cNvPr>
          <p:cNvSpPr txBox="1"/>
          <p:nvPr/>
        </p:nvSpPr>
        <p:spPr>
          <a:xfrm>
            <a:off x="7483301" y="3384371"/>
            <a:ext cx="89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こんご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B38FB97-182A-438A-9198-9B86EE07D4FD}"/>
              </a:ext>
            </a:extLst>
          </p:cNvPr>
          <p:cNvSpPr txBox="1"/>
          <p:nvPr/>
        </p:nvSpPr>
        <p:spPr>
          <a:xfrm>
            <a:off x="9151127" y="3370435"/>
            <a:ext cx="6150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1DA5DE2-9FC9-4B6D-A31F-1A6F42475CE7}"/>
              </a:ext>
            </a:extLst>
          </p:cNvPr>
          <p:cNvSpPr txBox="1"/>
          <p:nvPr/>
        </p:nvSpPr>
        <p:spPr>
          <a:xfrm>
            <a:off x="9603858" y="3343928"/>
            <a:ext cx="7650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F913403-C2FA-4893-B91F-FC7FDEF7F02B}"/>
              </a:ext>
            </a:extLst>
          </p:cNvPr>
          <p:cNvSpPr txBox="1"/>
          <p:nvPr/>
        </p:nvSpPr>
        <p:spPr>
          <a:xfrm>
            <a:off x="624664" y="4830285"/>
            <a:ext cx="862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ぶそく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425770F-1F39-4D2F-8BEB-8C4B1F81B6EC}"/>
              </a:ext>
            </a:extLst>
          </p:cNvPr>
          <p:cNvSpPr txBox="1"/>
          <p:nvPr/>
        </p:nvSpPr>
        <p:spPr>
          <a:xfrm>
            <a:off x="5289698" y="4850974"/>
            <a:ext cx="862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かくほ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F12E76F-7EE3-48A8-8399-3D562F87E8CE}"/>
              </a:ext>
            </a:extLst>
          </p:cNvPr>
          <p:cNvSpPr txBox="1"/>
          <p:nvPr/>
        </p:nvSpPr>
        <p:spPr>
          <a:xfrm>
            <a:off x="6542816" y="4848751"/>
            <a:ext cx="862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accent1"/>
                </a:solidFill>
              </a:rPr>
              <a:t>たいさく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8835770-64B3-4993-9B56-6A9392C8A382}"/>
              </a:ext>
            </a:extLst>
          </p:cNvPr>
          <p:cNvSpPr txBox="1"/>
          <p:nvPr/>
        </p:nvSpPr>
        <p:spPr>
          <a:xfrm>
            <a:off x="5965418" y="5533516"/>
            <a:ext cx="862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じょうきょう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7D3A5D8-6C5B-4617-9AA0-1E4D20E64D13}"/>
              </a:ext>
            </a:extLst>
          </p:cNvPr>
          <p:cNvSpPr txBox="1"/>
          <p:nvPr/>
        </p:nvSpPr>
        <p:spPr>
          <a:xfrm>
            <a:off x="5732672" y="6021161"/>
            <a:ext cx="862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おうぼ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502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E67A0F7-C82E-4187-BF76-C29614CC6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8580"/>
            <a:ext cx="4396740" cy="20228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A1A98F3-BC1E-4A73-B961-DEB671D4E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1469"/>
            <a:ext cx="4138822" cy="21550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C37B3E-FD7A-4D01-8D14-8E5B0A118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02939"/>
            <a:ext cx="6658092" cy="21550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78959A1-F605-47E2-A81C-961B1FF6F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460" y="11739"/>
            <a:ext cx="4340041" cy="20797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3D0FFB-31AB-482E-BA70-280F7286D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8460" y="2351469"/>
            <a:ext cx="4671429" cy="18904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E850B7A-1C4C-4272-B2A2-8C0C8B837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8459" y="4702938"/>
            <a:ext cx="4920553" cy="207971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602685B-6D63-496D-954D-D3266A4084D9}"/>
              </a:ext>
            </a:extLst>
          </p:cNvPr>
          <p:cNvSpPr txBox="1"/>
          <p:nvPr/>
        </p:nvSpPr>
        <p:spPr>
          <a:xfrm>
            <a:off x="2716422" y="388803"/>
            <a:ext cx="1422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u="none" strike="noStrike" dirty="0">
                <a:solidFill>
                  <a:schemeClr val="accent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そつぎょう</a:t>
            </a:r>
            <a:r>
              <a:rPr lang="ja-JP" altLang="en-US" sz="1200" dirty="0">
                <a:solidFill>
                  <a:schemeClr val="accent1"/>
                </a:solidFill>
              </a:rPr>
              <a:t> 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11AB40-B05A-4446-A166-33EDCFF351A9}"/>
              </a:ext>
            </a:extLst>
          </p:cNvPr>
          <p:cNvSpPr txBox="1"/>
          <p:nvPr/>
        </p:nvSpPr>
        <p:spPr>
          <a:xfrm>
            <a:off x="171450" y="2658018"/>
            <a:ext cx="167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u="none" strike="noStrike" dirty="0">
                <a:solidFill>
                  <a:schemeClr val="accent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しゅっちょう</a:t>
            </a:r>
            <a:r>
              <a:rPr lang="ja-JP" altLang="en-US" dirty="0">
                <a:solidFill>
                  <a:schemeClr val="accent1"/>
                </a:solidFill>
              </a:rPr>
              <a:t> 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77EF42-A575-4CEA-9BC0-FFD99964C59D}"/>
              </a:ext>
            </a:extLst>
          </p:cNvPr>
          <p:cNvSpPr txBox="1"/>
          <p:nvPr/>
        </p:nvSpPr>
        <p:spPr>
          <a:xfrm>
            <a:off x="765333" y="4050736"/>
            <a:ext cx="612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で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718A59D-D24D-4CDA-973E-960E49FA6889}"/>
              </a:ext>
            </a:extLst>
          </p:cNvPr>
          <p:cNvSpPr txBox="1"/>
          <p:nvPr/>
        </p:nvSpPr>
        <p:spPr>
          <a:xfrm>
            <a:off x="1501403" y="5169404"/>
            <a:ext cx="1136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ことわ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E68978E-131E-4700-BC80-E789D23A2A81}"/>
              </a:ext>
            </a:extLst>
          </p:cNvPr>
          <p:cNvSpPr txBox="1"/>
          <p:nvPr/>
        </p:nvSpPr>
        <p:spPr>
          <a:xfrm>
            <a:off x="4511041" y="5154015"/>
            <a:ext cx="952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もんく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646F797-BC54-496B-A825-330EAB51FF17}"/>
              </a:ext>
            </a:extLst>
          </p:cNvPr>
          <p:cNvSpPr txBox="1"/>
          <p:nvPr/>
        </p:nvSpPr>
        <p:spPr>
          <a:xfrm>
            <a:off x="685800" y="5529916"/>
            <a:ext cx="552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う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98040CC-997D-4C55-99E6-1E76105D310E}"/>
              </a:ext>
            </a:extLst>
          </p:cNvPr>
          <p:cNvSpPr txBox="1"/>
          <p:nvPr/>
        </p:nvSpPr>
        <p:spPr>
          <a:xfrm>
            <a:off x="846244" y="6010431"/>
            <a:ext cx="15444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accent1"/>
                </a:solidFill>
              </a:rPr>
              <a:t>ふまん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D5F885-3E2B-4300-8B8B-FCA6A947161A}"/>
              </a:ext>
            </a:extLst>
          </p:cNvPr>
          <p:cNvSpPr txBox="1"/>
          <p:nvPr/>
        </p:nvSpPr>
        <p:spPr>
          <a:xfrm>
            <a:off x="8180178" y="406905"/>
            <a:ext cx="10304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ゆうしょう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0656C62-5E1A-4C85-A94E-2F852850A083}"/>
              </a:ext>
            </a:extLst>
          </p:cNvPr>
          <p:cNvSpPr txBox="1"/>
          <p:nvPr/>
        </p:nvSpPr>
        <p:spPr>
          <a:xfrm>
            <a:off x="8695426" y="775565"/>
            <a:ext cx="1090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あいて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77D6FB2-C14F-4168-BCE2-6A6542D311D6}"/>
              </a:ext>
            </a:extLst>
          </p:cNvPr>
          <p:cNvSpPr txBox="1"/>
          <p:nvPr/>
        </p:nvSpPr>
        <p:spPr>
          <a:xfrm>
            <a:off x="9481448" y="360403"/>
            <a:ext cx="60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4342863-A84B-4225-B746-8487628D2AB5}"/>
              </a:ext>
            </a:extLst>
          </p:cNvPr>
          <p:cNvSpPr txBox="1"/>
          <p:nvPr/>
        </p:nvSpPr>
        <p:spPr>
          <a:xfrm>
            <a:off x="7346685" y="2716776"/>
            <a:ext cx="1348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かいがい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0615C85-43A0-48D7-A892-D99521C58540}"/>
              </a:ext>
            </a:extLst>
          </p:cNvPr>
          <p:cNvSpPr txBox="1"/>
          <p:nvPr/>
        </p:nvSpPr>
        <p:spPr>
          <a:xfrm>
            <a:off x="7705725" y="3018393"/>
            <a:ext cx="1090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きんむ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1E6A2B5-5C6D-49F6-87D6-EF18DA0D5DB0}"/>
              </a:ext>
            </a:extLst>
          </p:cNvPr>
          <p:cNvSpPr txBox="1"/>
          <p:nvPr/>
        </p:nvSpPr>
        <p:spPr>
          <a:xfrm>
            <a:off x="9929123" y="2716776"/>
            <a:ext cx="6436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ふあん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932A0C5-44A2-4403-A323-FAC697BC1D99}"/>
              </a:ext>
            </a:extLst>
          </p:cNvPr>
          <p:cNvSpPr txBox="1"/>
          <p:nvPr/>
        </p:nvSpPr>
        <p:spPr>
          <a:xfrm>
            <a:off x="7192380" y="5935455"/>
            <a:ext cx="94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さんか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336E72B-454A-4B6C-B6E6-63728CCE0004}"/>
              </a:ext>
            </a:extLst>
          </p:cNvPr>
          <p:cNvSpPr txBox="1"/>
          <p:nvPr/>
        </p:nvSpPr>
        <p:spPr>
          <a:xfrm>
            <a:off x="6628607" y="6287430"/>
            <a:ext cx="1077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つごう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7655961-4239-4BA4-B00A-383380DF83EB}"/>
              </a:ext>
            </a:extLst>
          </p:cNvPr>
          <p:cNvSpPr txBox="1"/>
          <p:nvPr/>
        </p:nvSpPr>
        <p:spPr>
          <a:xfrm>
            <a:off x="3259015" y="2716776"/>
            <a:ext cx="773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おく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031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F71231C-1482-48F8-8A05-A437871CE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561666" cy="23393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503A691-1C17-42C7-ACA1-D9DC91ED7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6632"/>
            <a:ext cx="5535448" cy="19209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BE74284-5646-4376-A3CF-9EE17DDDE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54880"/>
            <a:ext cx="4653935" cy="21031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2F5E95B-94C1-4E73-BAFE-9C695A5B9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8508"/>
            <a:ext cx="4470942" cy="21981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C33739-2B5D-4D5A-996F-5EE394CE1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429000"/>
            <a:ext cx="5660743" cy="235768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532FABC-D811-4D5A-A1EE-8DBC5BAAF180}"/>
              </a:ext>
            </a:extLst>
          </p:cNvPr>
          <p:cNvSpPr txBox="1"/>
          <p:nvPr/>
        </p:nvSpPr>
        <p:spPr>
          <a:xfrm>
            <a:off x="3524250" y="388508"/>
            <a:ext cx="97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ちこく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C2064A-E2DB-47F4-A155-5A593667DEEE}"/>
              </a:ext>
            </a:extLst>
          </p:cNvPr>
          <p:cNvSpPr txBox="1"/>
          <p:nvPr/>
        </p:nvSpPr>
        <p:spPr>
          <a:xfrm>
            <a:off x="209550" y="882134"/>
            <a:ext cx="120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れんらく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1E0813-A236-4842-A470-7F63B2153E5E}"/>
              </a:ext>
            </a:extLst>
          </p:cNvPr>
          <p:cNvSpPr txBox="1"/>
          <p:nvPr/>
        </p:nvSpPr>
        <p:spPr>
          <a:xfrm>
            <a:off x="2200275" y="2844284"/>
            <a:ext cx="137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ゆうだち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C61EA0-44F2-45B5-8437-BE4A9DE10F91}"/>
              </a:ext>
            </a:extLst>
          </p:cNvPr>
          <p:cNvSpPr txBox="1"/>
          <p:nvPr/>
        </p:nvSpPr>
        <p:spPr>
          <a:xfrm>
            <a:off x="2943225" y="3213616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とちゅう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6AA201-AE5C-4346-B885-226DC3E321E4}"/>
              </a:ext>
            </a:extLst>
          </p:cNvPr>
          <p:cNvSpPr txBox="1"/>
          <p:nvPr/>
        </p:nvSpPr>
        <p:spPr>
          <a:xfrm>
            <a:off x="-104775" y="3275053"/>
            <a:ext cx="1400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ぞっこう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D9FB7B-BB5B-4B44-99A8-9F27F08FF01E}"/>
              </a:ext>
            </a:extLst>
          </p:cNvPr>
          <p:cNvSpPr txBox="1"/>
          <p:nvPr/>
        </p:nvSpPr>
        <p:spPr>
          <a:xfrm>
            <a:off x="484354" y="3655934"/>
            <a:ext cx="1163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さいご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AC2767E-51D3-4135-B67B-397F651274AD}"/>
              </a:ext>
            </a:extLst>
          </p:cNvPr>
          <p:cNvSpPr txBox="1"/>
          <p:nvPr/>
        </p:nvSpPr>
        <p:spPr>
          <a:xfrm>
            <a:off x="1790700" y="5134571"/>
            <a:ext cx="790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かこ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5B15437-3C6D-4C75-9E62-E0F7EBDADAC2}"/>
              </a:ext>
            </a:extLst>
          </p:cNvPr>
          <p:cNvSpPr txBox="1"/>
          <p:nvPr/>
        </p:nvSpPr>
        <p:spPr>
          <a:xfrm>
            <a:off x="676275" y="5527478"/>
            <a:ext cx="97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ぬ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EF73A8-03EA-408C-B754-B1B835F559A1}"/>
              </a:ext>
            </a:extLst>
          </p:cNvPr>
          <p:cNvSpPr txBox="1"/>
          <p:nvPr/>
        </p:nvSpPr>
        <p:spPr>
          <a:xfrm>
            <a:off x="95250" y="5959437"/>
            <a:ext cx="78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かこ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3CED247-E705-4824-BE37-AAC71F06FE40}"/>
              </a:ext>
            </a:extLst>
          </p:cNvPr>
          <p:cNvSpPr txBox="1"/>
          <p:nvPr/>
        </p:nvSpPr>
        <p:spPr>
          <a:xfrm>
            <a:off x="1476375" y="6374614"/>
            <a:ext cx="110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こ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325FFD1-C88A-4FFA-A752-6AD210C5CFF6}"/>
              </a:ext>
            </a:extLst>
          </p:cNvPr>
          <p:cNvSpPr txBox="1"/>
          <p:nvPr/>
        </p:nvSpPr>
        <p:spPr>
          <a:xfrm>
            <a:off x="6343650" y="3836791"/>
            <a:ext cx="1495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はっそう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542AEE-7597-400B-818E-D6A9795BCA83}"/>
              </a:ext>
            </a:extLst>
          </p:cNvPr>
          <p:cNvSpPr txBox="1"/>
          <p:nvPr/>
        </p:nvSpPr>
        <p:spPr>
          <a:xfrm>
            <a:off x="6618452" y="4247917"/>
            <a:ext cx="135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さぎょう</a:t>
            </a:r>
          </a:p>
        </p:txBody>
      </p:sp>
    </p:spTree>
    <p:extLst>
      <p:ext uri="{BB962C8B-B14F-4D97-AF65-F5344CB8AC3E}">
        <p14:creationId xmlns:p14="http://schemas.microsoft.com/office/powerpoint/2010/main" val="4145430781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2173</TotalTime>
  <Words>307</Words>
  <Application>Microsoft Office PowerPoint</Application>
  <PresentationFormat>宽屏</PresentationFormat>
  <Paragraphs>307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HiraginoSans-W4</vt:lpstr>
      <vt:lpstr>Yu Gothic</vt:lpstr>
      <vt:lpstr>宋体</vt:lpstr>
      <vt:lpstr>Arial</vt:lpstr>
      <vt:lpstr>Calibri</vt:lpstr>
      <vt:lpstr>tahoma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</dc:creator>
  <cp:lastModifiedBy>njxuxiao@qq.com</cp:lastModifiedBy>
  <cp:revision>106</cp:revision>
  <dcterms:created xsi:type="dcterms:W3CDTF">2023-08-09T12:44:00Z</dcterms:created>
  <dcterms:modified xsi:type="dcterms:W3CDTF">2026-09-20T15:13:10Z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862847E863BF4E368A6CF7DC9114C61F_12</vt:lpwstr>
  </property>
</Properties>
</file>