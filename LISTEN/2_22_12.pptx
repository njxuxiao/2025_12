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2025/10/8/Wednesday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CB757EB-FBB7-4189-A2AA-1B6CB8967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" y="390943"/>
            <a:ext cx="12123619" cy="60761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1839857-82D0-4E6A-B4C3-7C4C43B13872}"/>
              </a:ext>
            </a:extLst>
          </p:cNvPr>
          <p:cNvSpPr txBox="1"/>
          <p:nvPr/>
        </p:nvSpPr>
        <p:spPr>
          <a:xfrm>
            <a:off x="2049425" y="1936530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きかくしょ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D75CFE-5884-4096-80F0-F81099859043}"/>
              </a:ext>
            </a:extLst>
          </p:cNvPr>
          <p:cNvSpPr txBox="1"/>
          <p:nvPr/>
        </p:nvSpPr>
        <p:spPr>
          <a:xfrm>
            <a:off x="4426167" y="1937367"/>
            <a:ext cx="6937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おさ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85FEA9-188F-468E-B82C-0CEDA4F25E6D}"/>
              </a:ext>
            </a:extLst>
          </p:cNvPr>
          <p:cNvSpPr txBox="1"/>
          <p:nvPr/>
        </p:nvSpPr>
        <p:spPr>
          <a:xfrm>
            <a:off x="4994644" y="1951918"/>
            <a:ext cx="6618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おとな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EE626A-7995-4521-A009-A77C6FBCA92A}"/>
              </a:ext>
            </a:extLst>
          </p:cNvPr>
          <p:cNvSpPr txBox="1"/>
          <p:nvPr/>
        </p:nvSpPr>
        <p:spPr>
          <a:xfrm>
            <a:off x="241891" y="3244333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116743C-D810-442A-9EC8-9EF3D892170A}"/>
              </a:ext>
            </a:extLst>
          </p:cNvPr>
          <p:cNvSpPr txBox="1"/>
          <p:nvPr/>
        </p:nvSpPr>
        <p:spPr>
          <a:xfrm>
            <a:off x="1432737" y="3317356"/>
            <a:ext cx="1225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こうきゅうかん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97B0EEA-0054-4E98-9968-877FCE860E8F}"/>
              </a:ext>
            </a:extLst>
          </p:cNvPr>
          <p:cNvSpPr txBox="1"/>
          <p:nvPr/>
        </p:nvSpPr>
        <p:spPr>
          <a:xfrm>
            <a:off x="2400300" y="3263495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AADD690-2B5D-479C-9151-28617A200A57}"/>
              </a:ext>
            </a:extLst>
          </p:cNvPr>
          <p:cNvSpPr txBox="1"/>
          <p:nvPr/>
        </p:nvSpPr>
        <p:spPr>
          <a:xfrm>
            <a:off x="3344306" y="3263495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ねら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AD0B75-1175-4C55-AAC7-40A822821BC0}"/>
              </a:ext>
            </a:extLst>
          </p:cNvPr>
          <p:cNvSpPr txBox="1"/>
          <p:nvPr/>
        </p:nvSpPr>
        <p:spPr>
          <a:xfrm>
            <a:off x="610043" y="3667526"/>
            <a:ext cx="1225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はんばい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8C6A504-5631-4F6E-B5DE-E107E4B8762D}"/>
              </a:ext>
            </a:extLst>
          </p:cNvPr>
          <p:cNvSpPr txBox="1"/>
          <p:nvPr/>
        </p:nvSpPr>
        <p:spPr>
          <a:xfrm>
            <a:off x="2411299" y="3693114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せってい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E2F2C36-5CF8-43CC-8BD6-D5AAD1E53F09}"/>
              </a:ext>
            </a:extLst>
          </p:cNvPr>
          <p:cNvSpPr txBox="1"/>
          <p:nvPr/>
        </p:nvSpPr>
        <p:spPr>
          <a:xfrm>
            <a:off x="2071055" y="4170597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みせのたな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5ED79D-DBDC-4B5D-8CA6-4D6C953D9F6F}"/>
              </a:ext>
            </a:extLst>
          </p:cNvPr>
          <p:cNvSpPr txBox="1"/>
          <p:nvPr/>
        </p:nvSpPr>
        <p:spPr>
          <a:xfrm>
            <a:off x="3700128" y="4201374"/>
            <a:ext cx="1807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しょうひしゃ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C7000B5-5DC7-445E-9C9E-07B45CE01412}"/>
              </a:ext>
            </a:extLst>
          </p:cNvPr>
          <p:cNvSpPr txBox="1"/>
          <p:nvPr/>
        </p:nvSpPr>
        <p:spPr>
          <a:xfrm>
            <a:off x="4994644" y="4169746"/>
            <a:ext cx="5130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D61D803-1D39-44AA-8F47-60203B417965}"/>
              </a:ext>
            </a:extLst>
          </p:cNvPr>
          <p:cNvSpPr txBox="1"/>
          <p:nvPr/>
        </p:nvSpPr>
        <p:spPr>
          <a:xfrm>
            <a:off x="8059843" y="4139819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めだつ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562E5E4-FD9A-42C0-B80D-EE86CF95E948}"/>
              </a:ext>
            </a:extLst>
          </p:cNvPr>
          <p:cNvSpPr txBox="1"/>
          <p:nvPr/>
        </p:nvSpPr>
        <p:spPr>
          <a:xfrm>
            <a:off x="1800293" y="5126251"/>
            <a:ext cx="154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ちょうせい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B9C1239-4AA7-4B01-8A25-0020DB0F05EB}"/>
              </a:ext>
            </a:extLst>
          </p:cNvPr>
          <p:cNvSpPr txBox="1"/>
          <p:nvPr/>
        </p:nvSpPr>
        <p:spPr>
          <a:xfrm>
            <a:off x="5325583" y="5033918"/>
            <a:ext cx="990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してき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8D2C464-42D0-40DC-B884-DF4E4D765EF2}"/>
              </a:ext>
            </a:extLst>
          </p:cNvPr>
          <p:cNvSpPr txBox="1"/>
          <p:nvPr/>
        </p:nvSpPr>
        <p:spPr>
          <a:xfrm>
            <a:off x="6315740" y="5126251"/>
            <a:ext cx="14031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しゅうせい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F236009-55EA-4B68-ABF7-1D55259FDE46}"/>
              </a:ext>
            </a:extLst>
          </p:cNvPr>
          <p:cNvSpPr txBox="1"/>
          <p:nvPr/>
        </p:nvSpPr>
        <p:spPr>
          <a:xfrm>
            <a:off x="1326778" y="5500060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じゅうぶん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B148757-00C3-49A9-A595-4C2C722C2CC0}"/>
              </a:ext>
            </a:extLst>
          </p:cNvPr>
          <p:cNvSpPr txBox="1"/>
          <p:nvPr/>
        </p:nvSpPr>
        <p:spPr>
          <a:xfrm>
            <a:off x="6854289" y="1494868"/>
            <a:ext cx="10313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へんこう</a:t>
            </a:r>
          </a:p>
        </p:txBody>
      </p:sp>
    </p:spTree>
    <p:extLst>
      <p:ext uri="{BB962C8B-B14F-4D97-AF65-F5344CB8AC3E}">
        <p14:creationId xmlns:p14="http://schemas.microsoft.com/office/powerpoint/2010/main" val="2795448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E95F915-D2FD-4B9C-A636-2E6EE738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729"/>
            <a:ext cx="12192000" cy="624454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1C332B7-9F93-4DB3-AF89-77240E472D03}"/>
              </a:ext>
            </a:extLst>
          </p:cNvPr>
          <p:cNvSpPr txBox="1"/>
          <p:nvPr/>
        </p:nvSpPr>
        <p:spPr>
          <a:xfrm>
            <a:off x="1135027" y="1925898"/>
            <a:ext cx="1140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たしか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820FA9-B986-472A-9BF8-A6C191757D58}"/>
              </a:ext>
            </a:extLst>
          </p:cNvPr>
          <p:cNvSpPr txBox="1"/>
          <p:nvPr/>
        </p:nvSpPr>
        <p:spPr>
          <a:xfrm>
            <a:off x="1427420" y="2313985"/>
            <a:ext cx="11403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きんぎょ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78ECE5-229F-4B06-85AC-C98F1FD5C88F}"/>
              </a:ext>
            </a:extLst>
          </p:cNvPr>
          <p:cNvSpPr txBox="1"/>
          <p:nvPr/>
        </p:nvSpPr>
        <p:spPr>
          <a:xfrm>
            <a:off x="1965692" y="1863221"/>
            <a:ext cx="511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2F5F3D-B598-4BB2-A14E-AC21AD54DEA9}"/>
              </a:ext>
            </a:extLst>
          </p:cNvPr>
          <p:cNvSpPr txBox="1"/>
          <p:nvPr/>
        </p:nvSpPr>
        <p:spPr>
          <a:xfrm>
            <a:off x="6334346" y="2819032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A8E4573-CED4-44CE-A31C-9B9ABBCA49D4}"/>
              </a:ext>
            </a:extLst>
          </p:cNvPr>
          <p:cNvSpPr txBox="1"/>
          <p:nvPr/>
        </p:nvSpPr>
        <p:spPr>
          <a:xfrm>
            <a:off x="3881769" y="3715711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818E94F-0E02-4CD9-A720-115CAFC0E29A}"/>
              </a:ext>
            </a:extLst>
          </p:cNvPr>
          <p:cNvSpPr txBox="1"/>
          <p:nvPr/>
        </p:nvSpPr>
        <p:spPr>
          <a:xfrm>
            <a:off x="7741388" y="4640743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83D60EF-7935-44FA-B99E-23A32CE85F40}"/>
              </a:ext>
            </a:extLst>
          </p:cNvPr>
          <p:cNvSpPr txBox="1"/>
          <p:nvPr/>
        </p:nvSpPr>
        <p:spPr>
          <a:xfrm>
            <a:off x="236574" y="3729340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みず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B77CC6-CCED-4993-99E2-9CDAF479E979}"/>
              </a:ext>
            </a:extLst>
          </p:cNvPr>
          <p:cNvSpPr txBox="1"/>
          <p:nvPr/>
        </p:nvSpPr>
        <p:spPr>
          <a:xfrm>
            <a:off x="962246" y="3729340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C2490B-C87F-4DF1-8CE7-1D894BB334F1}"/>
              </a:ext>
            </a:extLst>
          </p:cNvPr>
          <p:cNvSpPr txBox="1"/>
          <p:nvPr/>
        </p:nvSpPr>
        <p:spPr>
          <a:xfrm>
            <a:off x="730989" y="2795719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にか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5DA055D-FD27-40CE-956A-87DD0E262165}"/>
              </a:ext>
            </a:extLst>
          </p:cNvPr>
          <p:cNvSpPr txBox="1"/>
          <p:nvPr/>
        </p:nvSpPr>
        <p:spPr>
          <a:xfrm>
            <a:off x="4781993" y="5115664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9F555D0-C05D-4B64-AE0F-182C01A4EB90}"/>
              </a:ext>
            </a:extLst>
          </p:cNvPr>
          <p:cNvSpPr txBox="1"/>
          <p:nvPr/>
        </p:nvSpPr>
        <p:spPr>
          <a:xfrm>
            <a:off x="1427420" y="4640743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0384DD3-B6B8-492E-AE7C-61821BB46F3A}"/>
              </a:ext>
            </a:extLst>
          </p:cNvPr>
          <p:cNvSpPr txBox="1"/>
          <p:nvPr/>
        </p:nvSpPr>
        <p:spPr>
          <a:xfrm>
            <a:off x="1733107" y="5010954"/>
            <a:ext cx="1254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りょう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86CBDDF-396B-4B17-AEDD-6D4B7520850A}"/>
              </a:ext>
            </a:extLst>
          </p:cNvPr>
          <p:cNvSpPr txBox="1"/>
          <p:nvPr/>
        </p:nvSpPr>
        <p:spPr>
          <a:xfrm>
            <a:off x="3293436" y="4639339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ひあ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35F2164-8E4C-4399-A484-7044375852B3}"/>
              </a:ext>
            </a:extLst>
          </p:cNvPr>
          <p:cNvSpPr txBox="1"/>
          <p:nvPr/>
        </p:nvSpPr>
        <p:spPr>
          <a:xfrm>
            <a:off x="8152958" y="5032220"/>
            <a:ext cx="15585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えいきょう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B32DA47-3CC2-407C-8D68-62A195C83BA2}"/>
              </a:ext>
            </a:extLst>
          </p:cNvPr>
          <p:cNvSpPr txBox="1"/>
          <p:nvPr/>
        </p:nvSpPr>
        <p:spPr>
          <a:xfrm>
            <a:off x="6697182" y="504425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とお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174660B-17C2-483F-B605-E1C62DC8F425}"/>
              </a:ext>
            </a:extLst>
          </p:cNvPr>
          <p:cNvSpPr txBox="1"/>
          <p:nvPr/>
        </p:nvSpPr>
        <p:spPr>
          <a:xfrm>
            <a:off x="835983" y="5552146"/>
            <a:ext cx="1161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げんかん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762787F-41B9-4E53-A64B-F83BE69C6020}"/>
              </a:ext>
            </a:extLst>
          </p:cNvPr>
          <p:cNvSpPr txBox="1"/>
          <p:nvPr/>
        </p:nvSpPr>
        <p:spPr>
          <a:xfrm>
            <a:off x="6217389" y="555214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92378EB-52DF-4212-9DAF-2304837CD0F4}"/>
              </a:ext>
            </a:extLst>
          </p:cNvPr>
          <p:cNvSpPr txBox="1"/>
          <p:nvPr/>
        </p:nvSpPr>
        <p:spPr>
          <a:xfrm>
            <a:off x="8283649" y="548499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40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19B88C8-488F-4F26-BAD1-4F601D6F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5" y="504547"/>
            <a:ext cx="12064409" cy="584890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0208B6C-A0D3-4A97-B46E-51B2F49547B5}"/>
              </a:ext>
            </a:extLst>
          </p:cNvPr>
          <p:cNvSpPr txBox="1"/>
          <p:nvPr/>
        </p:nvSpPr>
        <p:spPr>
          <a:xfrm>
            <a:off x="220625" y="1925896"/>
            <a:ext cx="1331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なかやま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2A25CC-9E05-4AE3-B339-28DF77691621}"/>
              </a:ext>
            </a:extLst>
          </p:cNvPr>
          <p:cNvSpPr txBox="1"/>
          <p:nvPr/>
        </p:nvSpPr>
        <p:spPr>
          <a:xfrm>
            <a:off x="886489" y="2295228"/>
            <a:ext cx="1608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しんせいひん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D7B7D9E-F3A9-4181-AC32-9124D0529D39}"/>
              </a:ext>
            </a:extLst>
          </p:cNvPr>
          <p:cNvSpPr txBox="1"/>
          <p:nvPr/>
        </p:nvSpPr>
        <p:spPr>
          <a:xfrm>
            <a:off x="1709183" y="1925896"/>
            <a:ext cx="1703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せんたくき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022903-2AFA-4E3A-B77E-AAA69E5063C0}"/>
              </a:ext>
            </a:extLst>
          </p:cNvPr>
          <p:cNvSpPr txBox="1"/>
          <p:nvPr/>
        </p:nvSpPr>
        <p:spPr>
          <a:xfrm>
            <a:off x="1858039" y="2848404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しょうさい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8484C11-2872-460A-935E-F839F0FDBB53}"/>
              </a:ext>
            </a:extLst>
          </p:cNvPr>
          <p:cNvSpPr txBox="1"/>
          <p:nvPr/>
        </p:nvSpPr>
        <p:spPr>
          <a:xfrm>
            <a:off x="2401629" y="3217736"/>
            <a:ext cx="11815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とりあつかい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55606E4-219F-4ADC-8976-95B9ACF1767B}"/>
              </a:ext>
            </a:extLst>
          </p:cNvPr>
          <p:cNvSpPr txBox="1"/>
          <p:nvPr/>
        </p:nvSpPr>
        <p:spPr>
          <a:xfrm>
            <a:off x="2786395" y="2848404"/>
            <a:ext cx="11815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せつめいしょ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383B9D1-AB7A-4B8E-AF0E-36A7C64744BF}"/>
              </a:ext>
            </a:extLst>
          </p:cNvPr>
          <p:cNvSpPr txBox="1"/>
          <p:nvPr/>
        </p:nvSpPr>
        <p:spPr>
          <a:xfrm>
            <a:off x="3466214" y="3186958"/>
            <a:ext cx="1303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かんたん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00E588C-389C-41E2-A187-719D0F1A7A49}"/>
              </a:ext>
            </a:extLst>
          </p:cNvPr>
          <p:cNvSpPr txBox="1"/>
          <p:nvPr/>
        </p:nvSpPr>
        <p:spPr>
          <a:xfrm>
            <a:off x="3976466" y="2755210"/>
            <a:ext cx="919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4629AD-6EFD-4575-9A44-147764BE3456}"/>
              </a:ext>
            </a:extLst>
          </p:cNvPr>
          <p:cNvSpPr txBox="1"/>
          <p:nvPr/>
        </p:nvSpPr>
        <p:spPr>
          <a:xfrm>
            <a:off x="5188077" y="2786849"/>
            <a:ext cx="1815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いんさつぶつ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E43667-38A6-4F6C-8BA3-CCB98331595F}"/>
              </a:ext>
            </a:extLst>
          </p:cNvPr>
          <p:cNvSpPr txBox="1"/>
          <p:nvPr/>
        </p:nvSpPr>
        <p:spPr>
          <a:xfrm>
            <a:off x="8249311" y="2805590"/>
            <a:ext cx="1586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つかいかた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A7D4BBE-5C2D-488C-886C-EF936D56F8C6}"/>
              </a:ext>
            </a:extLst>
          </p:cNvPr>
          <p:cNvSpPr txBox="1"/>
          <p:nvPr/>
        </p:nvSpPr>
        <p:spPr>
          <a:xfrm>
            <a:off x="2666113" y="3677718"/>
            <a:ext cx="11815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もんだい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5892AEE-44BE-481D-827B-FE767C79C75B}"/>
              </a:ext>
            </a:extLst>
          </p:cNvPr>
          <p:cNvSpPr txBox="1"/>
          <p:nvPr/>
        </p:nvSpPr>
        <p:spPr>
          <a:xfrm>
            <a:off x="5621965" y="3672101"/>
            <a:ext cx="672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944DEEC-BEC8-4DAA-94B5-F6EF3C222CED}"/>
              </a:ext>
            </a:extLst>
          </p:cNvPr>
          <p:cNvSpPr txBox="1"/>
          <p:nvPr/>
        </p:nvSpPr>
        <p:spPr>
          <a:xfrm>
            <a:off x="1964365" y="4519009"/>
            <a:ext cx="701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36EC66D-1682-4FFB-B09D-C50ED9B0E11A}"/>
              </a:ext>
            </a:extLst>
          </p:cNvPr>
          <p:cNvSpPr txBox="1"/>
          <p:nvPr/>
        </p:nvSpPr>
        <p:spPr>
          <a:xfrm>
            <a:off x="4129863" y="4528238"/>
            <a:ext cx="11332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かんけつ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254E6F3-790B-4A1D-9C01-76F2146B86DC}"/>
              </a:ext>
            </a:extLst>
          </p:cNvPr>
          <p:cNvSpPr txBox="1"/>
          <p:nvPr/>
        </p:nvSpPr>
        <p:spPr>
          <a:xfrm>
            <a:off x="5015910" y="4990107"/>
            <a:ext cx="895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どうが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FE74E20-9227-49E8-834A-2FF80E7EE9A4}"/>
              </a:ext>
            </a:extLst>
          </p:cNvPr>
          <p:cNvSpPr txBox="1"/>
          <p:nvPr/>
        </p:nvSpPr>
        <p:spPr>
          <a:xfrm>
            <a:off x="5621965" y="455735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せんざい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7C0F70B-5F4E-436B-B767-06E944149DC7}"/>
              </a:ext>
            </a:extLst>
          </p:cNvPr>
          <p:cNvSpPr txBox="1"/>
          <p:nvPr/>
        </p:nvSpPr>
        <p:spPr>
          <a:xfrm>
            <a:off x="999350" y="5436230"/>
            <a:ext cx="1036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よけい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D9CE317-CB99-4A1C-9017-5AFD8C93428E}"/>
              </a:ext>
            </a:extLst>
          </p:cNvPr>
          <p:cNvSpPr txBox="1"/>
          <p:nvPr/>
        </p:nvSpPr>
        <p:spPr>
          <a:xfrm>
            <a:off x="2218657" y="5424294"/>
            <a:ext cx="7530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はぶ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1369422-39C7-49EF-AFD0-51D19A7CEE42}"/>
              </a:ext>
            </a:extLst>
          </p:cNvPr>
          <p:cNvSpPr txBox="1"/>
          <p:nvPr/>
        </p:nvSpPr>
        <p:spPr>
          <a:xfrm>
            <a:off x="6030432" y="5397412"/>
            <a:ext cx="973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じまく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B0F7FF-BE8E-451F-BB4D-A6C27E01B650}"/>
              </a:ext>
            </a:extLst>
          </p:cNvPr>
          <p:cNvSpPr txBox="1"/>
          <p:nvPr/>
        </p:nvSpPr>
        <p:spPr>
          <a:xfrm>
            <a:off x="6465509" y="583660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ふくすう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CED641B-2A5E-4D6C-AAFB-A34E50F6C3F8}"/>
              </a:ext>
            </a:extLst>
          </p:cNvPr>
          <p:cNvSpPr txBox="1"/>
          <p:nvPr/>
        </p:nvSpPr>
        <p:spPr>
          <a:xfrm>
            <a:off x="7003921" y="5424294"/>
            <a:ext cx="998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げんご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855018D-6E0A-4AB8-AA01-2AAF00C1BEEE}"/>
              </a:ext>
            </a:extLst>
          </p:cNvPr>
          <p:cNvSpPr txBox="1"/>
          <p:nvPr/>
        </p:nvSpPr>
        <p:spPr>
          <a:xfrm>
            <a:off x="7503346" y="5863485"/>
            <a:ext cx="1211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たいおう</a:t>
            </a:r>
          </a:p>
        </p:txBody>
      </p:sp>
    </p:spTree>
    <p:extLst>
      <p:ext uri="{BB962C8B-B14F-4D97-AF65-F5344CB8AC3E}">
        <p14:creationId xmlns:p14="http://schemas.microsoft.com/office/powerpoint/2010/main" val="273303076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</TotalTime>
  <Words>105</Words>
  <Application>Microsoft Office PowerPoint</Application>
  <PresentationFormat>宽屏</PresentationFormat>
  <Paragraphs>105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Yu Gothic</vt:lpstr>
      <vt:lpstr>Arial</vt:lpstr>
      <vt:lpstr>Calibri</vt:lpstr>
      <vt:lpstr>tahoma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44</cp:revision>
  <dcterms:created xsi:type="dcterms:W3CDTF">2023-08-09T12:44:00Z</dcterms:created>
  <dcterms:modified xsi:type="dcterms:W3CDTF">2025-10-08T15:28:48Z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