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>
        <p:scale>
          <a:sx n="100" d="100"/>
          <a:sy n="100" d="100"/>
        </p:scale>
        <p:origin x="72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2025/11/1/Saturday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B148757-00C3-49A9-A595-4C2C722C2CC0}"/>
              </a:ext>
            </a:extLst>
          </p:cNvPr>
          <p:cNvSpPr txBox="1"/>
          <p:nvPr/>
        </p:nvSpPr>
        <p:spPr>
          <a:xfrm>
            <a:off x="6854289" y="1494868"/>
            <a:ext cx="10313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へんこう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31C332B7-9F93-4DB3-AF89-77240E472D03}"/>
              </a:ext>
            </a:extLst>
          </p:cNvPr>
          <p:cNvSpPr txBox="1"/>
          <p:nvPr/>
        </p:nvSpPr>
        <p:spPr>
          <a:xfrm>
            <a:off x="1135027" y="1925898"/>
            <a:ext cx="1140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たしか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20FA9-B986-472A-9BF8-A6C191757D58}"/>
              </a:ext>
            </a:extLst>
          </p:cNvPr>
          <p:cNvSpPr txBox="1"/>
          <p:nvPr/>
        </p:nvSpPr>
        <p:spPr>
          <a:xfrm>
            <a:off x="1427420" y="2313985"/>
            <a:ext cx="1140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きんぎょ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78ECE5-229F-4B06-85AC-C98F1FD5C88F}"/>
              </a:ext>
            </a:extLst>
          </p:cNvPr>
          <p:cNvSpPr txBox="1"/>
          <p:nvPr/>
        </p:nvSpPr>
        <p:spPr>
          <a:xfrm>
            <a:off x="1965692" y="1863221"/>
            <a:ext cx="5116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2F5F3D-B598-4BB2-A14E-AC21AD54DEA9}"/>
              </a:ext>
            </a:extLst>
          </p:cNvPr>
          <p:cNvSpPr txBox="1"/>
          <p:nvPr/>
        </p:nvSpPr>
        <p:spPr>
          <a:xfrm>
            <a:off x="6334346" y="2819032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A8E4573-CED4-44CE-A31C-9B9ABBCA49D4}"/>
              </a:ext>
            </a:extLst>
          </p:cNvPr>
          <p:cNvSpPr txBox="1"/>
          <p:nvPr/>
        </p:nvSpPr>
        <p:spPr>
          <a:xfrm>
            <a:off x="3881769" y="3715711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818E94F-0E02-4CD9-A720-115CAFC0E29A}"/>
              </a:ext>
            </a:extLst>
          </p:cNvPr>
          <p:cNvSpPr txBox="1"/>
          <p:nvPr/>
        </p:nvSpPr>
        <p:spPr>
          <a:xfrm>
            <a:off x="7741388" y="4640743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よご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83D60EF-7935-44FA-B99E-23A32CE85F40}"/>
              </a:ext>
            </a:extLst>
          </p:cNvPr>
          <p:cNvSpPr txBox="1"/>
          <p:nvPr/>
        </p:nvSpPr>
        <p:spPr>
          <a:xfrm>
            <a:off x="236574" y="3729340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みず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B77CC6-CCED-4993-99E2-9CDAF479E979}"/>
              </a:ext>
            </a:extLst>
          </p:cNvPr>
          <p:cNvSpPr txBox="1"/>
          <p:nvPr/>
        </p:nvSpPr>
        <p:spPr>
          <a:xfrm>
            <a:off x="962246" y="3729340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C2490B-C87F-4DF1-8CE7-1D894BB334F1}"/>
              </a:ext>
            </a:extLst>
          </p:cNvPr>
          <p:cNvSpPr txBox="1"/>
          <p:nvPr/>
        </p:nvSpPr>
        <p:spPr>
          <a:xfrm>
            <a:off x="730989" y="2795719"/>
            <a:ext cx="8559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にか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5DA055D-FD27-40CE-956A-87DD0E262165}"/>
              </a:ext>
            </a:extLst>
          </p:cNvPr>
          <p:cNvSpPr txBox="1"/>
          <p:nvPr/>
        </p:nvSpPr>
        <p:spPr>
          <a:xfrm>
            <a:off x="4781993" y="5115664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9F555D0-C05D-4B64-AE0F-182C01A4EB90}"/>
              </a:ext>
            </a:extLst>
          </p:cNvPr>
          <p:cNvSpPr txBox="1"/>
          <p:nvPr/>
        </p:nvSpPr>
        <p:spPr>
          <a:xfrm>
            <a:off x="1427420" y="4640743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えさ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0384DD3-B6B8-492E-AE7C-61821BB46F3A}"/>
              </a:ext>
            </a:extLst>
          </p:cNvPr>
          <p:cNvSpPr txBox="1"/>
          <p:nvPr/>
        </p:nvSpPr>
        <p:spPr>
          <a:xfrm>
            <a:off x="1733107" y="5010954"/>
            <a:ext cx="12546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りょう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86CBDDF-396B-4B17-AEDD-6D4B7520850A}"/>
              </a:ext>
            </a:extLst>
          </p:cNvPr>
          <p:cNvSpPr txBox="1"/>
          <p:nvPr/>
        </p:nvSpPr>
        <p:spPr>
          <a:xfrm>
            <a:off x="3293436" y="4639339"/>
            <a:ext cx="917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ひあ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135F2164-8E4C-4399-A484-7044375852B3}"/>
              </a:ext>
            </a:extLst>
          </p:cNvPr>
          <p:cNvSpPr txBox="1"/>
          <p:nvPr/>
        </p:nvSpPr>
        <p:spPr>
          <a:xfrm>
            <a:off x="8152958" y="5032220"/>
            <a:ext cx="15585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えいきょう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B32DA47-3CC2-407C-8D68-62A195C83BA2}"/>
              </a:ext>
            </a:extLst>
          </p:cNvPr>
          <p:cNvSpPr txBox="1"/>
          <p:nvPr/>
        </p:nvSpPr>
        <p:spPr>
          <a:xfrm>
            <a:off x="6697182" y="504425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とお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174660B-17C2-483F-B605-E1C62DC8F425}"/>
              </a:ext>
            </a:extLst>
          </p:cNvPr>
          <p:cNvSpPr txBox="1"/>
          <p:nvPr/>
        </p:nvSpPr>
        <p:spPr>
          <a:xfrm>
            <a:off x="835983" y="5552146"/>
            <a:ext cx="1161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げんかん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762787F-41B9-4E53-A64B-F83BE69C6020}"/>
              </a:ext>
            </a:extLst>
          </p:cNvPr>
          <p:cNvSpPr txBox="1"/>
          <p:nvPr/>
        </p:nvSpPr>
        <p:spPr>
          <a:xfrm>
            <a:off x="6217389" y="555214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92378EB-52DF-4212-9DAF-2304837CD0F4}"/>
              </a:ext>
            </a:extLst>
          </p:cNvPr>
          <p:cNvSpPr txBox="1"/>
          <p:nvPr/>
        </p:nvSpPr>
        <p:spPr>
          <a:xfrm>
            <a:off x="8283649" y="5484996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すく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19B88C8-488F-4F26-BAD1-4F601D6F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5" y="504547"/>
            <a:ext cx="12064409" cy="584890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0208B6C-A0D3-4A97-B46E-51B2F49547B5}"/>
              </a:ext>
            </a:extLst>
          </p:cNvPr>
          <p:cNvSpPr txBox="1"/>
          <p:nvPr/>
        </p:nvSpPr>
        <p:spPr>
          <a:xfrm>
            <a:off x="220625" y="1925896"/>
            <a:ext cx="13317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なかやま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52A25CC-9E05-4AE3-B339-28DF77691621}"/>
              </a:ext>
            </a:extLst>
          </p:cNvPr>
          <p:cNvSpPr txBox="1"/>
          <p:nvPr/>
        </p:nvSpPr>
        <p:spPr>
          <a:xfrm>
            <a:off x="886489" y="2295228"/>
            <a:ext cx="1608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しんせいひん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D7B7D9E-F3A9-4181-AC32-9124D0529D39}"/>
              </a:ext>
            </a:extLst>
          </p:cNvPr>
          <p:cNvSpPr txBox="1"/>
          <p:nvPr/>
        </p:nvSpPr>
        <p:spPr>
          <a:xfrm>
            <a:off x="1709183" y="1925896"/>
            <a:ext cx="1703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せんたくき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022903-2AFA-4E3A-B77E-AAA69E5063C0}"/>
              </a:ext>
            </a:extLst>
          </p:cNvPr>
          <p:cNvSpPr txBox="1"/>
          <p:nvPr/>
        </p:nvSpPr>
        <p:spPr>
          <a:xfrm>
            <a:off x="1858039" y="2848404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しょうさい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8484C11-2872-460A-935E-F839F0FDBB53}"/>
              </a:ext>
            </a:extLst>
          </p:cNvPr>
          <p:cNvSpPr txBox="1"/>
          <p:nvPr/>
        </p:nvSpPr>
        <p:spPr>
          <a:xfrm>
            <a:off x="2401629" y="3217736"/>
            <a:ext cx="118154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とりあつかい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55606E4-219F-4ADC-8976-95B9ACF1767B}"/>
              </a:ext>
            </a:extLst>
          </p:cNvPr>
          <p:cNvSpPr txBox="1"/>
          <p:nvPr/>
        </p:nvSpPr>
        <p:spPr>
          <a:xfrm>
            <a:off x="2786395" y="2848404"/>
            <a:ext cx="11815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せつめいしょ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383B9D1-AB7A-4B8E-AF0E-36A7C64744BF}"/>
              </a:ext>
            </a:extLst>
          </p:cNvPr>
          <p:cNvSpPr txBox="1"/>
          <p:nvPr/>
        </p:nvSpPr>
        <p:spPr>
          <a:xfrm>
            <a:off x="3466214" y="3186958"/>
            <a:ext cx="13038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かんたん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00E588C-389C-41E2-A187-719D0F1A7A49}"/>
              </a:ext>
            </a:extLst>
          </p:cNvPr>
          <p:cNvSpPr txBox="1"/>
          <p:nvPr/>
        </p:nvSpPr>
        <p:spPr>
          <a:xfrm>
            <a:off x="3976466" y="2755210"/>
            <a:ext cx="9198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64629AD-6EFD-4575-9A44-147764BE3456}"/>
              </a:ext>
            </a:extLst>
          </p:cNvPr>
          <p:cNvSpPr txBox="1"/>
          <p:nvPr/>
        </p:nvSpPr>
        <p:spPr>
          <a:xfrm>
            <a:off x="5188077" y="2786849"/>
            <a:ext cx="1815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いんさつぶつ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9BE43667-38A6-4F6C-8BA3-CCB98331595F}"/>
              </a:ext>
            </a:extLst>
          </p:cNvPr>
          <p:cNvSpPr txBox="1"/>
          <p:nvPr/>
        </p:nvSpPr>
        <p:spPr>
          <a:xfrm>
            <a:off x="8249311" y="2805590"/>
            <a:ext cx="15869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つかいかた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A7D4BBE-5C2D-488C-886C-EF936D56F8C6}"/>
              </a:ext>
            </a:extLst>
          </p:cNvPr>
          <p:cNvSpPr txBox="1"/>
          <p:nvPr/>
        </p:nvSpPr>
        <p:spPr>
          <a:xfrm>
            <a:off x="2666113" y="3677718"/>
            <a:ext cx="11815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もんだい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5892AEE-44BE-481D-827B-FE767C79C75B}"/>
              </a:ext>
            </a:extLst>
          </p:cNvPr>
          <p:cNvSpPr txBox="1"/>
          <p:nvPr/>
        </p:nvSpPr>
        <p:spPr>
          <a:xfrm>
            <a:off x="5621965" y="3672101"/>
            <a:ext cx="672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1944DEEC-BEC8-4DAA-94B5-F6EF3C222CED}"/>
              </a:ext>
            </a:extLst>
          </p:cNvPr>
          <p:cNvSpPr txBox="1"/>
          <p:nvPr/>
        </p:nvSpPr>
        <p:spPr>
          <a:xfrm>
            <a:off x="1964365" y="4519009"/>
            <a:ext cx="7017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え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636EC66D-1682-4FFB-B09D-C50ED9B0E11A}"/>
              </a:ext>
            </a:extLst>
          </p:cNvPr>
          <p:cNvSpPr txBox="1"/>
          <p:nvPr/>
        </p:nvSpPr>
        <p:spPr>
          <a:xfrm>
            <a:off x="4129863" y="4528238"/>
            <a:ext cx="1133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かんけつ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254E6F3-790B-4A1D-9C01-76F2146B86DC}"/>
              </a:ext>
            </a:extLst>
          </p:cNvPr>
          <p:cNvSpPr txBox="1"/>
          <p:nvPr/>
        </p:nvSpPr>
        <p:spPr>
          <a:xfrm>
            <a:off x="5015910" y="4990107"/>
            <a:ext cx="8957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どうが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FE74E20-9227-49E8-834A-2FF80E7EE9A4}"/>
              </a:ext>
            </a:extLst>
          </p:cNvPr>
          <p:cNvSpPr txBox="1"/>
          <p:nvPr/>
        </p:nvSpPr>
        <p:spPr>
          <a:xfrm>
            <a:off x="5621965" y="455735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せんざい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7C0F70B-5F4E-436B-B767-06E944149DC7}"/>
              </a:ext>
            </a:extLst>
          </p:cNvPr>
          <p:cNvSpPr txBox="1"/>
          <p:nvPr/>
        </p:nvSpPr>
        <p:spPr>
          <a:xfrm>
            <a:off x="999350" y="5436230"/>
            <a:ext cx="1036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よけい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D9CE317-CB99-4A1C-9017-5AFD8C93428E}"/>
              </a:ext>
            </a:extLst>
          </p:cNvPr>
          <p:cNvSpPr txBox="1"/>
          <p:nvPr/>
        </p:nvSpPr>
        <p:spPr>
          <a:xfrm>
            <a:off x="2218657" y="5424294"/>
            <a:ext cx="7530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はぶ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1369422-39C7-49EF-AFD0-51D19A7CEE42}"/>
              </a:ext>
            </a:extLst>
          </p:cNvPr>
          <p:cNvSpPr txBox="1"/>
          <p:nvPr/>
        </p:nvSpPr>
        <p:spPr>
          <a:xfrm>
            <a:off x="6030432" y="5397412"/>
            <a:ext cx="9734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じまく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7B0F7FF-BE8E-451F-BB4D-A6C27E01B650}"/>
              </a:ext>
            </a:extLst>
          </p:cNvPr>
          <p:cNvSpPr txBox="1"/>
          <p:nvPr/>
        </p:nvSpPr>
        <p:spPr>
          <a:xfrm>
            <a:off x="6465509" y="5836603"/>
            <a:ext cx="1381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ふくすう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CED641B-2A5E-4D6C-AAFB-A34E50F6C3F8}"/>
              </a:ext>
            </a:extLst>
          </p:cNvPr>
          <p:cNvSpPr txBox="1"/>
          <p:nvPr/>
        </p:nvSpPr>
        <p:spPr>
          <a:xfrm>
            <a:off x="7003921" y="5424294"/>
            <a:ext cx="9988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げんご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855018D-6E0A-4AB8-AA01-2AAF00C1BEEE}"/>
              </a:ext>
            </a:extLst>
          </p:cNvPr>
          <p:cNvSpPr txBox="1"/>
          <p:nvPr/>
        </p:nvSpPr>
        <p:spPr>
          <a:xfrm>
            <a:off x="7503346" y="5863485"/>
            <a:ext cx="1211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たいおう</a:t>
            </a:r>
          </a:p>
        </p:txBody>
      </p:sp>
    </p:spTree>
    <p:extLst>
      <p:ext uri="{BB962C8B-B14F-4D97-AF65-F5344CB8AC3E}">
        <p14:creationId xmlns:p14="http://schemas.microsoft.com/office/powerpoint/2010/main" val="2733030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E67A0F7-C82E-4187-BF76-C29614CC6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8580"/>
            <a:ext cx="4396740" cy="202287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A1A98F3-BC1E-4A73-B961-DEB671D4E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51469"/>
            <a:ext cx="4138822" cy="21550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3EC37B3E-FD7A-4D01-8D14-8E5B0A118E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02939"/>
            <a:ext cx="6658092" cy="215506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778959A1-F605-47E2-A81C-961B1FF6F6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460" y="11739"/>
            <a:ext cx="4340041" cy="207971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3D0FFB-31AB-482E-BA70-280F7286D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8460" y="2351469"/>
            <a:ext cx="4671429" cy="189047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E850B7A-1C4C-4272-B2A2-8C0C8B8375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8459" y="4702938"/>
            <a:ext cx="4920553" cy="2079711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8602685B-6D63-496D-954D-D3266A4084D9}"/>
              </a:ext>
            </a:extLst>
          </p:cNvPr>
          <p:cNvSpPr txBox="1"/>
          <p:nvPr/>
        </p:nvSpPr>
        <p:spPr>
          <a:xfrm>
            <a:off x="2716422" y="388803"/>
            <a:ext cx="1422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u="none" strike="noStrike" dirty="0">
                <a:solidFill>
                  <a:schemeClr val="accent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そつぎょう</a:t>
            </a:r>
            <a:r>
              <a:rPr lang="ja-JP" altLang="en-US" sz="1200" dirty="0">
                <a:solidFill>
                  <a:schemeClr val="accent1"/>
                </a:solidFill>
              </a:rPr>
              <a:t> 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611AB40-B05A-4446-A166-33EDCFF351A9}"/>
              </a:ext>
            </a:extLst>
          </p:cNvPr>
          <p:cNvSpPr txBox="1"/>
          <p:nvPr/>
        </p:nvSpPr>
        <p:spPr>
          <a:xfrm>
            <a:off x="171450" y="2658018"/>
            <a:ext cx="1676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u="none" strike="noStrike" dirty="0">
                <a:solidFill>
                  <a:schemeClr val="accent1"/>
                </a:solidFill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しゅっちょう</a:t>
            </a:r>
            <a:r>
              <a:rPr lang="ja-JP" altLang="en-US" dirty="0">
                <a:solidFill>
                  <a:schemeClr val="accent1"/>
                </a:solidFill>
              </a:rPr>
              <a:t> 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077EF42-A575-4CEA-9BC0-FFD99964C59D}"/>
              </a:ext>
            </a:extLst>
          </p:cNvPr>
          <p:cNvSpPr txBox="1"/>
          <p:nvPr/>
        </p:nvSpPr>
        <p:spPr>
          <a:xfrm>
            <a:off x="765333" y="4050736"/>
            <a:ext cx="6126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で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718A59D-D24D-4CDA-973E-960E49FA6889}"/>
              </a:ext>
            </a:extLst>
          </p:cNvPr>
          <p:cNvSpPr txBox="1"/>
          <p:nvPr/>
        </p:nvSpPr>
        <p:spPr>
          <a:xfrm>
            <a:off x="1501403" y="5169404"/>
            <a:ext cx="113601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ことわ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E68978E-131E-4700-BC80-E789D23A2A81}"/>
              </a:ext>
            </a:extLst>
          </p:cNvPr>
          <p:cNvSpPr txBox="1"/>
          <p:nvPr/>
        </p:nvSpPr>
        <p:spPr>
          <a:xfrm>
            <a:off x="4511041" y="5154015"/>
            <a:ext cx="952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もんく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646F797-BC54-496B-A825-330EAB51FF17}"/>
              </a:ext>
            </a:extLst>
          </p:cNvPr>
          <p:cNvSpPr txBox="1"/>
          <p:nvPr/>
        </p:nvSpPr>
        <p:spPr>
          <a:xfrm>
            <a:off x="685800" y="5529916"/>
            <a:ext cx="552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C98040CC-997D-4C55-99E6-1E76105D310E}"/>
              </a:ext>
            </a:extLst>
          </p:cNvPr>
          <p:cNvSpPr txBox="1"/>
          <p:nvPr/>
        </p:nvSpPr>
        <p:spPr>
          <a:xfrm>
            <a:off x="846244" y="6010431"/>
            <a:ext cx="15444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>
                <a:solidFill>
                  <a:schemeClr val="accent1"/>
                </a:solidFill>
              </a:rPr>
              <a:t>ふまん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FD5F885-3E2B-4300-8B8B-FCA6A947161A}"/>
              </a:ext>
            </a:extLst>
          </p:cNvPr>
          <p:cNvSpPr txBox="1"/>
          <p:nvPr/>
        </p:nvSpPr>
        <p:spPr>
          <a:xfrm>
            <a:off x="8180178" y="406905"/>
            <a:ext cx="10304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ゆうしょう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0656C62-5E1A-4C85-A94E-2F852850A083}"/>
              </a:ext>
            </a:extLst>
          </p:cNvPr>
          <p:cNvSpPr txBox="1"/>
          <p:nvPr/>
        </p:nvSpPr>
        <p:spPr>
          <a:xfrm>
            <a:off x="8695426" y="775565"/>
            <a:ext cx="1090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あいて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977D6FB2-C14F-4168-BCE2-6A6542D311D6}"/>
              </a:ext>
            </a:extLst>
          </p:cNvPr>
          <p:cNvSpPr txBox="1"/>
          <p:nvPr/>
        </p:nvSpPr>
        <p:spPr>
          <a:xfrm>
            <a:off x="9481448" y="360403"/>
            <a:ext cx="60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ま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4342863-A84B-4225-B746-8487628D2AB5}"/>
              </a:ext>
            </a:extLst>
          </p:cNvPr>
          <p:cNvSpPr txBox="1"/>
          <p:nvPr/>
        </p:nvSpPr>
        <p:spPr>
          <a:xfrm>
            <a:off x="7346685" y="2716776"/>
            <a:ext cx="13487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かいがい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0615C85-43A0-48D7-A892-D99521C58540}"/>
              </a:ext>
            </a:extLst>
          </p:cNvPr>
          <p:cNvSpPr txBox="1"/>
          <p:nvPr/>
        </p:nvSpPr>
        <p:spPr>
          <a:xfrm>
            <a:off x="7705725" y="3018393"/>
            <a:ext cx="10908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きんむ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1E6A2B5-5C6D-49F6-87D6-EF18DA0D5DB0}"/>
              </a:ext>
            </a:extLst>
          </p:cNvPr>
          <p:cNvSpPr txBox="1"/>
          <p:nvPr/>
        </p:nvSpPr>
        <p:spPr>
          <a:xfrm>
            <a:off x="9929123" y="2716776"/>
            <a:ext cx="6436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ふあん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932A0C5-44A2-4403-A323-FAC697BC1D99}"/>
              </a:ext>
            </a:extLst>
          </p:cNvPr>
          <p:cNvSpPr txBox="1"/>
          <p:nvPr/>
        </p:nvSpPr>
        <p:spPr>
          <a:xfrm>
            <a:off x="7192380" y="5935455"/>
            <a:ext cx="9429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さんか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336E72B-454A-4B6C-B6E6-63728CCE0004}"/>
              </a:ext>
            </a:extLst>
          </p:cNvPr>
          <p:cNvSpPr txBox="1"/>
          <p:nvPr/>
        </p:nvSpPr>
        <p:spPr>
          <a:xfrm>
            <a:off x="6628607" y="6287430"/>
            <a:ext cx="10771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つごう</a:t>
            </a:r>
          </a:p>
        </p:txBody>
      </p:sp>
    </p:spTree>
    <p:extLst>
      <p:ext uri="{BB962C8B-B14F-4D97-AF65-F5344CB8AC3E}">
        <p14:creationId xmlns:p14="http://schemas.microsoft.com/office/powerpoint/2010/main" val="29980315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F71231C-1482-48F8-8A05-A437871CE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5561666" cy="233934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503A691-1C17-42C7-ACA1-D9DC91ED7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86632"/>
            <a:ext cx="5535448" cy="192095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BE74284-5646-4376-A3CF-9EE17DDDE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54880"/>
            <a:ext cx="4653935" cy="210312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2F5E95B-94C1-4E73-BAFE-9C695A5B9B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88508"/>
            <a:ext cx="4470942" cy="219812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C33739-2B5D-4D5A-996F-5EE394CE1F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429000"/>
            <a:ext cx="5660743" cy="235768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F532FABC-D811-4D5A-A1EE-8DBC5BAAF180}"/>
              </a:ext>
            </a:extLst>
          </p:cNvPr>
          <p:cNvSpPr txBox="1"/>
          <p:nvPr/>
        </p:nvSpPr>
        <p:spPr>
          <a:xfrm>
            <a:off x="3524250" y="388508"/>
            <a:ext cx="97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ちこく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EC2064A-E2DB-47F4-A155-5A593667DEEE}"/>
              </a:ext>
            </a:extLst>
          </p:cNvPr>
          <p:cNvSpPr txBox="1"/>
          <p:nvPr/>
        </p:nvSpPr>
        <p:spPr>
          <a:xfrm>
            <a:off x="209550" y="882134"/>
            <a:ext cx="1200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れんらく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41E0813-A236-4842-A470-7F63B2153E5E}"/>
              </a:ext>
            </a:extLst>
          </p:cNvPr>
          <p:cNvSpPr txBox="1"/>
          <p:nvPr/>
        </p:nvSpPr>
        <p:spPr>
          <a:xfrm>
            <a:off x="2200275" y="2844284"/>
            <a:ext cx="1371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ゆうだち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7C61EA0-44F2-45B5-8437-BE4A9DE10F91}"/>
              </a:ext>
            </a:extLst>
          </p:cNvPr>
          <p:cNvSpPr txBox="1"/>
          <p:nvPr/>
        </p:nvSpPr>
        <p:spPr>
          <a:xfrm>
            <a:off x="2943225" y="3213616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とちゅう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B6AA201-AE5C-4346-B885-226DC3E321E4}"/>
              </a:ext>
            </a:extLst>
          </p:cNvPr>
          <p:cNvSpPr txBox="1"/>
          <p:nvPr/>
        </p:nvSpPr>
        <p:spPr>
          <a:xfrm>
            <a:off x="-104775" y="3275053"/>
            <a:ext cx="1400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ぞっこう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BD9FB7B-BB5B-4B44-99A8-9F27F08FF01E}"/>
              </a:ext>
            </a:extLst>
          </p:cNvPr>
          <p:cNvSpPr txBox="1"/>
          <p:nvPr/>
        </p:nvSpPr>
        <p:spPr>
          <a:xfrm>
            <a:off x="484354" y="3655934"/>
            <a:ext cx="11634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さいご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AC2767E-51D3-4135-B67B-397F651274AD}"/>
              </a:ext>
            </a:extLst>
          </p:cNvPr>
          <p:cNvSpPr txBox="1"/>
          <p:nvPr/>
        </p:nvSpPr>
        <p:spPr>
          <a:xfrm>
            <a:off x="1790700" y="5134571"/>
            <a:ext cx="7905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かこ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5B15437-3C6D-4C75-9E62-E0F7EBDADAC2}"/>
              </a:ext>
            </a:extLst>
          </p:cNvPr>
          <p:cNvSpPr txBox="1"/>
          <p:nvPr/>
        </p:nvSpPr>
        <p:spPr>
          <a:xfrm>
            <a:off x="676275" y="5527478"/>
            <a:ext cx="97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ぬ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BEF73A8-03EA-408C-B754-B1B835F559A1}"/>
              </a:ext>
            </a:extLst>
          </p:cNvPr>
          <p:cNvSpPr txBox="1"/>
          <p:nvPr/>
        </p:nvSpPr>
        <p:spPr>
          <a:xfrm>
            <a:off x="95250" y="5959437"/>
            <a:ext cx="781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かこ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3CED247-E705-4824-BE37-AAC71F06FE40}"/>
              </a:ext>
            </a:extLst>
          </p:cNvPr>
          <p:cNvSpPr txBox="1"/>
          <p:nvPr/>
        </p:nvSpPr>
        <p:spPr>
          <a:xfrm>
            <a:off x="1476375" y="6374614"/>
            <a:ext cx="1104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こ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325FFD1-C88A-4FFA-A752-6AD210C5CFF6}"/>
              </a:ext>
            </a:extLst>
          </p:cNvPr>
          <p:cNvSpPr txBox="1"/>
          <p:nvPr/>
        </p:nvSpPr>
        <p:spPr>
          <a:xfrm>
            <a:off x="6343650" y="3836791"/>
            <a:ext cx="1495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はっそう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7542AEE-7597-400B-818E-D6A9795BCA83}"/>
              </a:ext>
            </a:extLst>
          </p:cNvPr>
          <p:cNvSpPr txBox="1"/>
          <p:nvPr/>
        </p:nvSpPr>
        <p:spPr>
          <a:xfrm>
            <a:off x="6618452" y="4247917"/>
            <a:ext cx="13539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さぎょう</a:t>
            </a:r>
          </a:p>
        </p:txBody>
      </p:sp>
    </p:spTree>
    <p:extLst>
      <p:ext uri="{BB962C8B-B14F-4D97-AF65-F5344CB8AC3E}">
        <p14:creationId xmlns:p14="http://schemas.microsoft.com/office/powerpoint/2010/main" val="4145430781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132</Words>
  <Application>Microsoft Office PowerPoint</Application>
  <PresentationFormat>宽屏</PresentationFormat>
  <Paragraphs>132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3" baseType="lpstr">
      <vt:lpstr>Yu Gothic</vt:lpstr>
      <vt:lpstr>宋体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56</cp:revision>
  <dcterms:created xsi:type="dcterms:W3CDTF">2023-08-09T12:44:00Z</dcterms:created>
  <dcterms:modified xsi:type="dcterms:W3CDTF">2025-11-01T02:36:13Z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